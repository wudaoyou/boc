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6"/>
  </p:sldMasterIdLst>
  <p:notesMasterIdLst>
    <p:notesMasterId r:id="rId27"/>
  </p:notesMasterIdLst>
  <p:handoutMasterIdLst>
    <p:handoutMasterId r:id="rId28"/>
  </p:handoutMasterIdLst>
  <p:sldIdLst>
    <p:sldId id="297" r:id="rId7"/>
    <p:sldId id="295" r:id="rId8"/>
    <p:sldId id="330" r:id="rId9"/>
    <p:sldId id="307" r:id="rId10"/>
    <p:sldId id="323" r:id="rId11"/>
    <p:sldId id="334" r:id="rId12"/>
    <p:sldId id="348" r:id="rId13"/>
    <p:sldId id="349" r:id="rId14"/>
    <p:sldId id="347" r:id="rId15"/>
    <p:sldId id="324" r:id="rId16"/>
    <p:sldId id="325" r:id="rId17"/>
    <p:sldId id="350" r:id="rId18"/>
    <p:sldId id="335" r:id="rId19"/>
    <p:sldId id="336" r:id="rId20"/>
    <p:sldId id="337" r:id="rId21"/>
    <p:sldId id="345" r:id="rId22"/>
    <p:sldId id="346" r:id="rId23"/>
    <p:sldId id="344" r:id="rId24"/>
    <p:sldId id="333" r:id="rId25"/>
    <p:sldId id="31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EB"/>
    <a:srgbClr val="FFFFFF"/>
    <a:srgbClr val="003B55"/>
    <a:srgbClr val="004B6C"/>
    <a:srgbClr val="006A9A"/>
    <a:srgbClr val="3A84B2"/>
    <a:srgbClr val="CBDDEE"/>
    <a:srgbClr val="DEE9F4"/>
    <a:srgbClr val="F0F5FA"/>
    <a:srgbClr val="E8F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35DB9B-B813-CFC1-A3DB-25038AD53492}" v="20" dt="2026-07-13T19:48:16.4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Bilissis (External Consultant)" userId="S::bilp@bank-banque-canada.ca::0d464830-8ad7-46c7-a0e1-ad3c5bb28216" providerId="AD" clId="Web-{E335DB9B-B813-CFC1-A3DB-25038AD53492}"/>
    <pc:docChg chg="modSld">
      <pc:chgData name="Patrick Bilissis (External Consultant)" userId="S::bilp@bank-banque-canada.ca::0d464830-8ad7-46c7-a0e1-ad3c5bb28216" providerId="AD" clId="Web-{E335DB9B-B813-CFC1-A3DB-25038AD53492}" dt="2026-07-13T19:48:16.485" v="19"/>
      <pc:docMkLst>
        <pc:docMk/>
      </pc:docMkLst>
      <pc:sldChg chg="modSp">
        <pc:chgData name="Patrick Bilissis (External Consultant)" userId="S::bilp@bank-banque-canada.ca::0d464830-8ad7-46c7-a0e1-ad3c5bb28216" providerId="AD" clId="Web-{E335DB9B-B813-CFC1-A3DB-25038AD53492}" dt="2026-07-13T19:48:16.485" v="19"/>
        <pc:sldMkLst>
          <pc:docMk/>
          <pc:sldMk cId="3662721970" sldId="348"/>
        </pc:sldMkLst>
        <pc:graphicFrameChg chg="mod modGraphic">
          <ac:chgData name="Patrick Bilissis (External Consultant)" userId="S::bilp@bank-banque-canada.ca::0d464830-8ad7-46c7-a0e1-ad3c5bb28216" providerId="AD" clId="Web-{E335DB9B-B813-CFC1-A3DB-25038AD53492}" dt="2026-07-13T19:48:16.485" v="19"/>
          <ac:graphicFrameMkLst>
            <pc:docMk/>
            <pc:sldMk cId="3662721970" sldId="348"/>
            <ac:graphicFrameMk id="4" creationId="{AC3FC9D9-73B1-2DD5-3B37-0DC46B3002C7}"/>
          </ac:graphicFrameMkLst>
        </pc:graphicFrameChg>
      </pc:sldChg>
    </pc:docChg>
  </pc:docChgLst>
  <pc:docChgLst>
    <pc:chgData name="Patrick Bilissis" userId="7292886c-0dee-48c0-a09b-2bf037454147" providerId="ADAL" clId="{54FD8AF8-EF32-55CB-A0B7-DA8DBADD1C07}"/>
    <pc:docChg chg="undo custSel addSld delSld modSld">
      <pc:chgData name="Patrick Bilissis" userId="7292886c-0dee-48c0-a09b-2bf037454147" providerId="ADAL" clId="{54FD8AF8-EF32-55CB-A0B7-DA8DBADD1C07}" dt="2026-06-19T15:58:45.797" v="7768" actId="20577"/>
      <pc:docMkLst>
        <pc:docMk/>
      </pc:docMkLst>
      <pc:sldChg chg="modSp mod">
        <pc:chgData name="Patrick Bilissis" userId="7292886c-0dee-48c0-a09b-2bf037454147" providerId="ADAL" clId="{54FD8AF8-EF32-55CB-A0B7-DA8DBADD1C07}" dt="2026-06-18T19:37:30.057" v="443" actId="20577"/>
        <pc:sldMkLst>
          <pc:docMk/>
          <pc:sldMk cId="3734143506" sldId="295"/>
        </pc:sldMkLst>
        <pc:spChg chg="mod">
          <ac:chgData name="Patrick Bilissis" userId="7292886c-0dee-48c0-a09b-2bf037454147" providerId="ADAL" clId="{54FD8AF8-EF32-55CB-A0B7-DA8DBADD1C07}" dt="2026-06-18T19:37:30.057" v="443" actId="20577"/>
          <ac:spMkLst>
            <pc:docMk/>
            <pc:sldMk cId="3734143506" sldId="295"/>
            <ac:spMk id="11" creationId="{76CF027C-5DC3-F185-24E4-5C8D2B01A180}"/>
          </ac:spMkLst>
        </pc:spChg>
      </pc:sldChg>
      <pc:sldChg chg="modSp mod">
        <pc:chgData name="Patrick Bilissis" userId="7292886c-0dee-48c0-a09b-2bf037454147" providerId="ADAL" clId="{54FD8AF8-EF32-55CB-A0B7-DA8DBADD1C07}" dt="2026-06-18T17:58:29.024" v="46" actId="20577"/>
        <pc:sldMkLst>
          <pc:docMk/>
          <pc:sldMk cId="3020219671" sldId="297"/>
        </pc:sldMkLst>
        <pc:spChg chg="mod">
          <ac:chgData name="Patrick Bilissis" userId="7292886c-0dee-48c0-a09b-2bf037454147" providerId="ADAL" clId="{54FD8AF8-EF32-55CB-A0B7-DA8DBADD1C07}" dt="2026-06-18T17:58:24.412" v="41" actId="20577"/>
          <ac:spMkLst>
            <pc:docMk/>
            <pc:sldMk cId="3020219671" sldId="297"/>
            <ac:spMk id="3" creationId="{EC20DE5D-E471-3520-F04A-E880500735A6}"/>
          </ac:spMkLst>
        </pc:spChg>
        <pc:spChg chg="mod">
          <ac:chgData name="Patrick Bilissis" userId="7292886c-0dee-48c0-a09b-2bf037454147" providerId="ADAL" clId="{54FD8AF8-EF32-55CB-A0B7-DA8DBADD1C07}" dt="2026-06-18T17:57:39.665" v="0"/>
          <ac:spMkLst>
            <pc:docMk/>
            <pc:sldMk cId="3020219671" sldId="297"/>
            <ac:spMk id="9" creationId="{B29D4777-58A5-6D3A-9781-1FD33EE4A390}"/>
          </ac:spMkLst>
        </pc:spChg>
        <pc:spChg chg="mod">
          <ac:chgData name="Patrick Bilissis" userId="7292886c-0dee-48c0-a09b-2bf037454147" providerId="ADAL" clId="{54FD8AF8-EF32-55CB-A0B7-DA8DBADD1C07}" dt="2026-06-18T17:58:29.024" v="46" actId="20577"/>
          <ac:spMkLst>
            <pc:docMk/>
            <pc:sldMk cId="3020219671" sldId="297"/>
            <ac:spMk id="13" creationId="{456C2BA8-E455-6EE8-F246-8AFD2CAFDC9D}"/>
          </ac:spMkLst>
        </pc:spChg>
      </pc:sldChg>
      <pc:sldChg chg="modSp mod">
        <pc:chgData name="Patrick Bilissis" userId="7292886c-0dee-48c0-a09b-2bf037454147" providerId="ADAL" clId="{54FD8AF8-EF32-55CB-A0B7-DA8DBADD1C07}" dt="2026-06-18T19:49:18.209" v="724" actId="20577"/>
        <pc:sldMkLst>
          <pc:docMk/>
          <pc:sldMk cId="1313993410" sldId="307"/>
        </pc:sldMkLst>
        <pc:spChg chg="mod">
          <ac:chgData name="Patrick Bilissis" userId="7292886c-0dee-48c0-a09b-2bf037454147" providerId="ADAL" clId="{54FD8AF8-EF32-55CB-A0B7-DA8DBADD1C07}" dt="2026-06-18T19:49:18.209" v="724" actId="20577"/>
          <ac:spMkLst>
            <pc:docMk/>
            <pc:sldMk cId="1313993410" sldId="307"/>
            <ac:spMk id="3" creationId="{FD579B19-AF08-A7F1-9312-6CED6FDF18A4}"/>
          </ac:spMkLst>
        </pc:spChg>
      </pc:sldChg>
      <pc:sldChg chg="addSp delSp modSp mod">
        <pc:chgData name="Patrick Bilissis" userId="7292886c-0dee-48c0-a09b-2bf037454147" providerId="ADAL" clId="{54FD8AF8-EF32-55CB-A0B7-DA8DBADD1C07}" dt="2026-06-19T14:41:02.391" v="5656" actId="20577"/>
        <pc:sldMkLst>
          <pc:docMk/>
          <pc:sldMk cId="1665517707" sldId="323"/>
        </pc:sldMkLst>
        <pc:spChg chg="mod">
          <ac:chgData name="Patrick Bilissis" userId="7292886c-0dee-48c0-a09b-2bf037454147" providerId="ADAL" clId="{54FD8AF8-EF32-55CB-A0B7-DA8DBADD1C07}" dt="2026-06-19T14:22:11.240" v="4478" actId="21"/>
          <ac:spMkLst>
            <pc:docMk/>
            <pc:sldMk cId="1665517707" sldId="323"/>
            <ac:spMk id="2" creationId="{40C69730-6E4C-46F4-1973-AEEC222466B0}"/>
          </ac:spMkLst>
        </pc:spChg>
        <pc:spChg chg="add mod">
          <ac:chgData name="Patrick Bilissis" userId="7292886c-0dee-48c0-a09b-2bf037454147" providerId="ADAL" clId="{54FD8AF8-EF32-55CB-A0B7-DA8DBADD1C07}" dt="2026-06-19T14:01:19.806" v="3736" actId="20577"/>
          <ac:spMkLst>
            <pc:docMk/>
            <pc:sldMk cId="1665517707" sldId="323"/>
            <ac:spMk id="6" creationId="{5EAC864D-C4ED-22FD-CF3C-3266F4CA448F}"/>
          </ac:spMkLst>
        </pc:spChg>
        <pc:graphicFrameChg chg="add mod modGraphic">
          <ac:chgData name="Patrick Bilissis" userId="7292886c-0dee-48c0-a09b-2bf037454147" providerId="ADAL" clId="{54FD8AF8-EF32-55CB-A0B7-DA8DBADD1C07}" dt="2026-06-19T14:41:02.391" v="5656" actId="20577"/>
          <ac:graphicFrameMkLst>
            <pc:docMk/>
            <pc:sldMk cId="1665517707" sldId="323"/>
            <ac:graphicFrameMk id="4" creationId="{EDDB7C90-3322-CB1F-CBC9-0354CF8882C4}"/>
          </ac:graphicFrameMkLst>
        </pc:graphicFrameChg>
      </pc:sldChg>
      <pc:sldChg chg="addSp delSp modSp mod">
        <pc:chgData name="Patrick Bilissis" userId="7292886c-0dee-48c0-a09b-2bf037454147" providerId="ADAL" clId="{54FD8AF8-EF32-55CB-A0B7-DA8DBADD1C07}" dt="2026-06-19T14:46:13.198" v="5718" actId="21"/>
        <pc:sldMkLst>
          <pc:docMk/>
          <pc:sldMk cId="753133406" sldId="324"/>
        </pc:sldMkLst>
        <pc:spChg chg="mod">
          <ac:chgData name="Patrick Bilissis" userId="7292886c-0dee-48c0-a09b-2bf037454147" providerId="ADAL" clId="{54FD8AF8-EF32-55CB-A0B7-DA8DBADD1C07}" dt="2026-06-18T20:20:32.788" v="881" actId="20577"/>
          <ac:spMkLst>
            <pc:docMk/>
            <pc:sldMk cId="753133406" sldId="324"/>
            <ac:spMk id="3" creationId="{D8B03008-8C22-D226-01B8-407160F040B1}"/>
          </ac:spMkLst>
        </pc:spChg>
      </pc:sldChg>
      <pc:sldChg chg="modSp mod">
        <pc:chgData name="Patrick Bilissis" userId="7292886c-0dee-48c0-a09b-2bf037454147" providerId="ADAL" clId="{54FD8AF8-EF32-55CB-A0B7-DA8DBADD1C07}" dt="2026-06-19T14:46:36.829" v="5745" actId="114"/>
        <pc:sldMkLst>
          <pc:docMk/>
          <pc:sldMk cId="1343133729" sldId="325"/>
        </pc:sldMkLst>
        <pc:spChg chg="mod">
          <ac:chgData name="Patrick Bilissis" userId="7292886c-0dee-48c0-a09b-2bf037454147" providerId="ADAL" clId="{54FD8AF8-EF32-55CB-A0B7-DA8DBADD1C07}" dt="2026-06-19T14:44:14.716" v="5714" actId="20577"/>
          <ac:spMkLst>
            <pc:docMk/>
            <pc:sldMk cId="1343133729" sldId="325"/>
            <ac:spMk id="2" creationId="{5475C114-2512-BA17-CDD9-1C16BB02AAD4}"/>
          </ac:spMkLst>
        </pc:spChg>
        <pc:spChg chg="mod">
          <ac:chgData name="Patrick Bilissis" userId="7292886c-0dee-48c0-a09b-2bf037454147" providerId="ADAL" clId="{54FD8AF8-EF32-55CB-A0B7-DA8DBADD1C07}" dt="2026-06-19T14:46:36.829" v="5745" actId="114"/>
          <ac:spMkLst>
            <pc:docMk/>
            <pc:sldMk cId="1343133729" sldId="325"/>
            <ac:spMk id="3" creationId="{7E1B9EA3-4E9C-ADA9-502C-A3FABDB4392C}"/>
          </ac:spMkLst>
        </pc:spChg>
      </pc:sldChg>
      <pc:sldChg chg="modSp mod">
        <pc:chgData name="Patrick Bilissis" userId="7292886c-0dee-48c0-a09b-2bf037454147" providerId="ADAL" clId="{54FD8AF8-EF32-55CB-A0B7-DA8DBADD1C07}" dt="2026-06-18T19:38:48.450" v="690" actId="20577"/>
        <pc:sldMkLst>
          <pc:docMk/>
          <pc:sldMk cId="465749781" sldId="330"/>
        </pc:sldMkLst>
        <pc:spChg chg="mod">
          <ac:chgData name="Patrick Bilissis" userId="7292886c-0dee-48c0-a09b-2bf037454147" providerId="ADAL" clId="{54FD8AF8-EF32-55CB-A0B7-DA8DBADD1C07}" dt="2026-06-18T19:38:48.450" v="690" actId="20577"/>
          <ac:spMkLst>
            <pc:docMk/>
            <pc:sldMk cId="465749781" sldId="330"/>
            <ac:spMk id="6" creationId="{4C879D08-FF09-D737-CD49-F7DF84821464}"/>
          </ac:spMkLst>
        </pc:spChg>
      </pc:sldChg>
      <pc:sldChg chg="modSp mod">
        <pc:chgData name="Patrick Bilissis" userId="7292886c-0dee-48c0-a09b-2bf037454147" providerId="ADAL" clId="{54FD8AF8-EF32-55CB-A0B7-DA8DBADD1C07}" dt="2026-06-18T20:32:41.145" v="1690" actId="20577"/>
        <pc:sldMkLst>
          <pc:docMk/>
          <pc:sldMk cId="3009598470" sldId="333"/>
        </pc:sldMkLst>
        <pc:spChg chg="mod">
          <ac:chgData name="Patrick Bilissis" userId="7292886c-0dee-48c0-a09b-2bf037454147" providerId="ADAL" clId="{54FD8AF8-EF32-55CB-A0B7-DA8DBADD1C07}" dt="2026-06-18T20:32:41.145" v="1690" actId="20577"/>
          <ac:spMkLst>
            <pc:docMk/>
            <pc:sldMk cId="3009598470" sldId="333"/>
            <ac:spMk id="3" creationId="{00190DDD-8507-EBAF-A8C6-13D52BC206AD}"/>
          </ac:spMkLst>
        </pc:spChg>
      </pc:sldChg>
      <pc:sldChg chg="addSp delSp modSp add mod">
        <pc:chgData name="Patrick Bilissis" userId="7292886c-0dee-48c0-a09b-2bf037454147" providerId="ADAL" clId="{54FD8AF8-EF32-55CB-A0B7-DA8DBADD1C07}" dt="2026-06-19T14:41:42.223" v="5700" actId="20577"/>
        <pc:sldMkLst>
          <pc:docMk/>
          <pc:sldMk cId="2539438642" sldId="334"/>
        </pc:sldMkLst>
        <pc:spChg chg="mod">
          <ac:chgData name="Patrick Bilissis" userId="7292886c-0dee-48c0-a09b-2bf037454147" providerId="ADAL" clId="{54FD8AF8-EF32-55CB-A0B7-DA8DBADD1C07}" dt="2026-06-19T14:22:13.058" v="4479"/>
          <ac:spMkLst>
            <pc:docMk/>
            <pc:sldMk cId="2539438642" sldId="334"/>
            <ac:spMk id="2" creationId="{9783E9CB-80A7-F425-9AD2-0B3606435A13}"/>
          </ac:spMkLst>
        </pc:spChg>
        <pc:graphicFrameChg chg="add del mod modGraphic">
          <ac:chgData name="Patrick Bilissis" userId="7292886c-0dee-48c0-a09b-2bf037454147" providerId="ADAL" clId="{54FD8AF8-EF32-55CB-A0B7-DA8DBADD1C07}" dt="2026-06-19T14:41:42.223" v="5700" actId="20577"/>
          <ac:graphicFrameMkLst>
            <pc:docMk/>
            <pc:sldMk cId="2539438642" sldId="334"/>
            <ac:graphicFrameMk id="4" creationId="{4B13A546-C7EF-A2A7-E800-2C2D7934F673}"/>
          </ac:graphicFrameMkLst>
        </pc:graphicFrameChg>
      </pc:sldChg>
      <pc:sldChg chg="modSp add mod">
        <pc:chgData name="Patrick Bilissis" userId="7292886c-0dee-48c0-a09b-2bf037454147" providerId="ADAL" clId="{54FD8AF8-EF32-55CB-A0B7-DA8DBADD1C07}" dt="2026-06-18T20:32:57.512" v="1699" actId="20577"/>
        <pc:sldMkLst>
          <pc:docMk/>
          <pc:sldMk cId="1540102344" sldId="335"/>
        </pc:sldMkLst>
        <pc:spChg chg="mod">
          <ac:chgData name="Patrick Bilissis" userId="7292886c-0dee-48c0-a09b-2bf037454147" providerId="ADAL" clId="{54FD8AF8-EF32-55CB-A0B7-DA8DBADD1C07}" dt="2026-06-18T20:32:57.512" v="1699" actId="20577"/>
          <ac:spMkLst>
            <pc:docMk/>
            <pc:sldMk cId="1540102344" sldId="335"/>
            <ac:spMk id="3" creationId="{B8A7F9A8-D71F-2165-E9B4-95ADBCC0A3C6}"/>
          </ac:spMkLst>
        </pc:spChg>
      </pc:sldChg>
      <pc:sldChg chg="addSp modSp add mod">
        <pc:chgData name="Patrick Bilissis" userId="7292886c-0dee-48c0-a09b-2bf037454147" providerId="ADAL" clId="{54FD8AF8-EF32-55CB-A0B7-DA8DBADD1C07}" dt="2026-06-19T15:57:05.957" v="7583" actId="113"/>
        <pc:sldMkLst>
          <pc:docMk/>
          <pc:sldMk cId="410820585" sldId="336"/>
        </pc:sldMkLst>
        <pc:spChg chg="mod">
          <ac:chgData name="Patrick Bilissis" userId="7292886c-0dee-48c0-a09b-2bf037454147" providerId="ADAL" clId="{54FD8AF8-EF32-55CB-A0B7-DA8DBADD1C07}" dt="2026-06-18T20:22:05.214" v="1104" actId="20577"/>
          <ac:spMkLst>
            <pc:docMk/>
            <pc:sldMk cId="410820585" sldId="336"/>
            <ac:spMk id="2" creationId="{36D4C835-7829-6CA7-2E09-CBE09F22E360}"/>
          </ac:spMkLst>
        </pc:spChg>
        <pc:spChg chg="mod">
          <ac:chgData name="Patrick Bilissis" userId="7292886c-0dee-48c0-a09b-2bf037454147" providerId="ADAL" clId="{54FD8AF8-EF32-55CB-A0B7-DA8DBADD1C07}" dt="2026-06-19T15:57:05.957" v="7583" actId="113"/>
          <ac:spMkLst>
            <pc:docMk/>
            <pc:sldMk cId="410820585" sldId="336"/>
            <ac:spMk id="3" creationId="{A1DAFE86-0763-DA81-F097-346F7CABC0B0}"/>
          </ac:spMkLst>
        </pc:spChg>
        <pc:spChg chg="add mod">
          <ac:chgData name="Patrick Bilissis" userId="7292886c-0dee-48c0-a09b-2bf037454147" providerId="ADAL" clId="{54FD8AF8-EF32-55CB-A0B7-DA8DBADD1C07}" dt="2026-06-19T15:16:51.056" v="6713" actId="20577"/>
          <ac:spMkLst>
            <pc:docMk/>
            <pc:sldMk cId="410820585" sldId="336"/>
            <ac:spMk id="4" creationId="{8211EB81-DCEB-B20B-BB86-E6A31C88FCFF}"/>
          </ac:spMkLst>
        </pc:spChg>
      </pc:sldChg>
      <pc:sldChg chg="modSp add mod">
        <pc:chgData name="Patrick Bilissis" userId="7292886c-0dee-48c0-a09b-2bf037454147" providerId="ADAL" clId="{54FD8AF8-EF32-55CB-A0B7-DA8DBADD1C07}" dt="2026-06-19T15:57:35.491" v="7648" actId="20577"/>
        <pc:sldMkLst>
          <pc:docMk/>
          <pc:sldMk cId="1336700122" sldId="337"/>
        </pc:sldMkLst>
        <pc:spChg chg="mod">
          <ac:chgData name="Patrick Bilissis" userId="7292886c-0dee-48c0-a09b-2bf037454147" providerId="ADAL" clId="{54FD8AF8-EF32-55CB-A0B7-DA8DBADD1C07}" dt="2026-06-19T11:56:14.300" v="1784" actId="20577"/>
          <ac:spMkLst>
            <pc:docMk/>
            <pc:sldMk cId="1336700122" sldId="337"/>
            <ac:spMk id="2" creationId="{C3E3C6B6-2267-AE92-DCFA-37D6286E1160}"/>
          </ac:spMkLst>
        </pc:spChg>
        <pc:spChg chg="mod">
          <ac:chgData name="Patrick Bilissis" userId="7292886c-0dee-48c0-a09b-2bf037454147" providerId="ADAL" clId="{54FD8AF8-EF32-55CB-A0B7-DA8DBADD1C07}" dt="2026-06-19T15:57:35.491" v="7648" actId="20577"/>
          <ac:spMkLst>
            <pc:docMk/>
            <pc:sldMk cId="1336700122" sldId="337"/>
            <ac:spMk id="3" creationId="{F5DC06FF-B9D5-1C2B-0B9F-6A8DF261D1DD}"/>
          </ac:spMkLst>
        </pc:spChg>
      </pc:sldChg>
      <pc:sldChg chg="add">
        <pc:chgData name="Patrick Bilissis" userId="7292886c-0dee-48c0-a09b-2bf037454147" providerId="ADAL" clId="{54FD8AF8-EF32-55CB-A0B7-DA8DBADD1C07}" dt="2026-06-18T20:31:56.768" v="1488"/>
        <pc:sldMkLst>
          <pc:docMk/>
          <pc:sldMk cId="2145105740" sldId="344"/>
        </pc:sldMkLst>
      </pc:sldChg>
      <pc:sldChg chg="modSp add mod">
        <pc:chgData name="Patrick Bilissis" userId="7292886c-0dee-48c0-a09b-2bf037454147" providerId="ADAL" clId="{54FD8AF8-EF32-55CB-A0B7-DA8DBADD1C07}" dt="2026-06-19T11:56:55.765" v="1841" actId="20577"/>
        <pc:sldMkLst>
          <pc:docMk/>
          <pc:sldMk cId="124263062" sldId="345"/>
        </pc:sldMkLst>
        <pc:spChg chg="mod">
          <ac:chgData name="Patrick Bilissis" userId="7292886c-0dee-48c0-a09b-2bf037454147" providerId="ADAL" clId="{54FD8AF8-EF32-55CB-A0B7-DA8DBADD1C07}" dt="2026-06-19T11:56:55.765" v="1841" actId="20577"/>
          <ac:spMkLst>
            <pc:docMk/>
            <pc:sldMk cId="124263062" sldId="345"/>
            <ac:spMk id="3" creationId="{C5C62AED-CDE3-C568-8B4D-12274FA49383}"/>
          </ac:spMkLst>
        </pc:spChg>
      </pc:sldChg>
      <pc:sldChg chg="addSp delSp modSp add mod">
        <pc:chgData name="Patrick Bilissis" userId="7292886c-0dee-48c0-a09b-2bf037454147" providerId="ADAL" clId="{54FD8AF8-EF32-55CB-A0B7-DA8DBADD1C07}" dt="2026-06-19T15:58:45.797" v="7768" actId="20577"/>
        <pc:sldMkLst>
          <pc:docMk/>
          <pc:sldMk cId="2166885509" sldId="346"/>
        </pc:sldMkLst>
        <pc:spChg chg="mod">
          <ac:chgData name="Patrick Bilissis" userId="7292886c-0dee-48c0-a09b-2bf037454147" providerId="ADAL" clId="{54FD8AF8-EF32-55CB-A0B7-DA8DBADD1C07}" dt="2026-06-19T11:56:46.695" v="1829" actId="20577"/>
          <ac:spMkLst>
            <pc:docMk/>
            <pc:sldMk cId="2166885509" sldId="346"/>
            <ac:spMk id="2" creationId="{C54AEEB5-1145-0CC1-1AB2-4C5C7D1430F5}"/>
          </ac:spMkLst>
        </pc:spChg>
        <pc:spChg chg="add mod">
          <ac:chgData name="Patrick Bilissis" userId="7292886c-0dee-48c0-a09b-2bf037454147" providerId="ADAL" clId="{54FD8AF8-EF32-55CB-A0B7-DA8DBADD1C07}" dt="2026-06-19T15:45:31.516" v="7522" actId="20577"/>
          <ac:spMkLst>
            <pc:docMk/>
            <pc:sldMk cId="2166885509" sldId="346"/>
            <ac:spMk id="4" creationId="{9900FBF6-4E46-9C08-0777-D434B1FDD496}"/>
          </ac:spMkLst>
        </pc:spChg>
        <pc:spChg chg="add mod">
          <ac:chgData name="Patrick Bilissis" userId="7292886c-0dee-48c0-a09b-2bf037454147" providerId="ADAL" clId="{54FD8AF8-EF32-55CB-A0B7-DA8DBADD1C07}" dt="2026-06-19T15:58:15.334" v="7676" actId="20577"/>
          <ac:spMkLst>
            <pc:docMk/>
            <pc:sldMk cId="2166885509" sldId="346"/>
            <ac:spMk id="5" creationId="{C764E55C-5E6C-49DB-4D2A-3515BA2217CC}"/>
          </ac:spMkLst>
        </pc:spChg>
        <pc:spChg chg="add mod">
          <ac:chgData name="Patrick Bilissis" userId="7292886c-0dee-48c0-a09b-2bf037454147" providerId="ADAL" clId="{54FD8AF8-EF32-55CB-A0B7-DA8DBADD1C07}" dt="2026-06-19T12:26:18.591" v="2825" actId="20577"/>
          <ac:spMkLst>
            <pc:docMk/>
            <pc:sldMk cId="2166885509" sldId="346"/>
            <ac:spMk id="6" creationId="{0E877E6C-B928-14DC-BE2D-0FB7E6C25015}"/>
          </ac:spMkLst>
        </pc:spChg>
        <pc:spChg chg="add mod">
          <ac:chgData name="Patrick Bilissis" userId="7292886c-0dee-48c0-a09b-2bf037454147" providerId="ADAL" clId="{54FD8AF8-EF32-55CB-A0B7-DA8DBADD1C07}" dt="2026-06-19T15:58:26.413" v="7718" actId="20577"/>
          <ac:spMkLst>
            <pc:docMk/>
            <pc:sldMk cId="2166885509" sldId="346"/>
            <ac:spMk id="7" creationId="{A681E36F-99DD-2599-E9FD-ED3635AC03B5}"/>
          </ac:spMkLst>
        </pc:spChg>
        <pc:spChg chg="add mod">
          <ac:chgData name="Patrick Bilissis" userId="7292886c-0dee-48c0-a09b-2bf037454147" providerId="ADAL" clId="{54FD8AF8-EF32-55CB-A0B7-DA8DBADD1C07}" dt="2026-06-19T15:58:45.797" v="7768" actId="20577"/>
          <ac:spMkLst>
            <pc:docMk/>
            <pc:sldMk cId="2166885509" sldId="346"/>
            <ac:spMk id="8" creationId="{449C3522-E0E5-A8BE-807E-2956824D2698}"/>
          </ac:spMkLst>
        </pc:spChg>
      </pc:sldChg>
      <pc:sldChg chg="delSp modSp add mod">
        <pc:chgData name="Patrick Bilissis" userId="7292886c-0dee-48c0-a09b-2bf037454147" providerId="ADAL" clId="{54FD8AF8-EF32-55CB-A0B7-DA8DBADD1C07}" dt="2026-06-19T14:14:05.768" v="3971" actId="20577"/>
        <pc:sldMkLst>
          <pc:docMk/>
          <pc:sldMk cId="1904158269" sldId="347"/>
        </pc:sldMkLst>
        <pc:spChg chg="mod">
          <ac:chgData name="Patrick Bilissis" userId="7292886c-0dee-48c0-a09b-2bf037454147" providerId="ADAL" clId="{54FD8AF8-EF32-55CB-A0B7-DA8DBADD1C07}" dt="2026-06-19T14:14:05.768" v="3971" actId="20577"/>
          <ac:spMkLst>
            <pc:docMk/>
            <pc:sldMk cId="1904158269" sldId="347"/>
            <ac:spMk id="5" creationId="{06773767-9C6C-6047-C10F-6C4EC3948D5F}"/>
          </ac:spMkLst>
        </pc:spChg>
      </pc:sldChg>
      <pc:sldChg chg="addSp modSp add mod">
        <pc:chgData name="Patrick Bilissis" userId="7292886c-0dee-48c0-a09b-2bf037454147" providerId="ADAL" clId="{54FD8AF8-EF32-55CB-A0B7-DA8DBADD1C07}" dt="2026-06-19T14:42:53.087" v="5703" actId="20578"/>
        <pc:sldMkLst>
          <pc:docMk/>
          <pc:sldMk cId="3662721970" sldId="348"/>
        </pc:sldMkLst>
        <pc:spChg chg="mod">
          <ac:chgData name="Patrick Bilissis" userId="7292886c-0dee-48c0-a09b-2bf037454147" providerId="ADAL" clId="{54FD8AF8-EF32-55CB-A0B7-DA8DBADD1C07}" dt="2026-06-19T14:22:15.808" v="4480"/>
          <ac:spMkLst>
            <pc:docMk/>
            <pc:sldMk cId="3662721970" sldId="348"/>
            <ac:spMk id="2" creationId="{D73B5F67-CBFE-E9A8-5E8E-AE3FB0435CE3}"/>
          </ac:spMkLst>
        </pc:spChg>
        <pc:spChg chg="add mod">
          <ac:chgData name="Patrick Bilissis" userId="7292886c-0dee-48c0-a09b-2bf037454147" providerId="ADAL" clId="{54FD8AF8-EF32-55CB-A0B7-DA8DBADD1C07}" dt="2026-06-19T14:42:53.087" v="5703" actId="20578"/>
          <ac:spMkLst>
            <pc:docMk/>
            <pc:sldMk cId="3662721970" sldId="348"/>
            <ac:spMk id="3" creationId="{5CC4FDC7-A703-A29E-4D20-B6EC19D37282}"/>
          </ac:spMkLst>
        </pc:spChg>
        <pc:graphicFrameChg chg="mod modGraphic">
          <ac:chgData name="Patrick Bilissis" userId="7292886c-0dee-48c0-a09b-2bf037454147" providerId="ADAL" clId="{54FD8AF8-EF32-55CB-A0B7-DA8DBADD1C07}" dt="2026-06-19T14:42:47.664" v="5702" actId="14734"/>
          <ac:graphicFrameMkLst>
            <pc:docMk/>
            <pc:sldMk cId="3662721970" sldId="348"/>
            <ac:graphicFrameMk id="4" creationId="{AC3FC9D9-73B1-2DD5-3B37-0DC46B3002C7}"/>
          </ac:graphicFrameMkLst>
        </pc:graphicFrameChg>
      </pc:sldChg>
      <pc:sldChg chg="modSp add mod">
        <pc:chgData name="Patrick Bilissis" userId="7292886c-0dee-48c0-a09b-2bf037454147" providerId="ADAL" clId="{54FD8AF8-EF32-55CB-A0B7-DA8DBADD1C07}" dt="2026-06-19T14:37:30.924" v="5620" actId="14100"/>
        <pc:sldMkLst>
          <pc:docMk/>
          <pc:sldMk cId="3177365740" sldId="349"/>
        </pc:sldMkLst>
        <pc:spChg chg="mod">
          <ac:chgData name="Patrick Bilissis" userId="7292886c-0dee-48c0-a09b-2bf037454147" providerId="ADAL" clId="{54FD8AF8-EF32-55CB-A0B7-DA8DBADD1C07}" dt="2026-06-19T14:37:30.924" v="5620" actId="14100"/>
          <ac:spMkLst>
            <pc:docMk/>
            <pc:sldMk cId="3177365740" sldId="349"/>
            <ac:spMk id="3" creationId="{DF5940B4-D2EE-46E2-5D1A-F007E75639C5}"/>
          </ac:spMkLst>
        </pc:spChg>
        <pc:graphicFrameChg chg="mod modGraphic">
          <ac:chgData name="Patrick Bilissis" userId="7292886c-0dee-48c0-a09b-2bf037454147" providerId="ADAL" clId="{54FD8AF8-EF32-55CB-A0B7-DA8DBADD1C07}" dt="2026-06-19T14:37:26.790" v="5618" actId="1076"/>
          <ac:graphicFrameMkLst>
            <pc:docMk/>
            <pc:sldMk cId="3177365740" sldId="349"/>
            <ac:graphicFrameMk id="4" creationId="{1FE50163-7FE1-AFE5-9D7D-838BA4908853}"/>
          </ac:graphicFrameMkLst>
        </pc:graphicFrameChg>
      </pc:sldChg>
      <pc:sldChg chg="addSp delSp modSp add mod">
        <pc:chgData name="Patrick Bilissis" userId="7292886c-0dee-48c0-a09b-2bf037454147" providerId="ADAL" clId="{54FD8AF8-EF32-55CB-A0B7-DA8DBADD1C07}" dt="2026-06-19T15:01:00.427" v="6171" actId="20577"/>
        <pc:sldMkLst>
          <pc:docMk/>
          <pc:sldMk cId="617646958" sldId="350"/>
        </pc:sldMkLst>
        <pc:spChg chg="add mod">
          <ac:chgData name="Patrick Bilissis" userId="7292886c-0dee-48c0-a09b-2bf037454147" providerId="ADAL" clId="{54FD8AF8-EF32-55CB-A0B7-DA8DBADD1C07}" dt="2026-06-19T14:59:39.278" v="6116" actId="1076"/>
          <ac:spMkLst>
            <pc:docMk/>
            <pc:sldMk cId="617646958" sldId="350"/>
            <ac:spMk id="5" creationId="{AF4B462C-EDCC-5418-B05B-F95C7162D3AC}"/>
          </ac:spMkLst>
        </pc:spChg>
        <pc:graphicFrameChg chg="add mod modGraphic">
          <ac:chgData name="Patrick Bilissis" userId="7292886c-0dee-48c0-a09b-2bf037454147" providerId="ADAL" clId="{54FD8AF8-EF32-55CB-A0B7-DA8DBADD1C07}" dt="2026-06-19T15:01:00.427" v="6171" actId="20577"/>
          <ac:graphicFrameMkLst>
            <pc:docMk/>
            <pc:sldMk cId="617646958" sldId="350"/>
            <ac:graphicFrameMk id="4" creationId="{F0F47203-ABE7-B280-895A-45BFD554A2BB}"/>
          </ac:graphicFrameMkLst>
        </pc:graphicFrameChg>
      </pc:sldChg>
    </pc:docChg>
  </pc:docChgLst>
  <pc:docChgLst>
    <pc:chgData name="Iris Xu (External Consultant)" userId="S::xuir@bank-banque-canada.ca::fd9d884f-3ed2-4649-88d0-7a7c89810ac9" providerId="AD" clId="Web-{D7E6374C-D52B-5EE1-7BAB-1B22ACF1E80D}"/>
    <pc:docChg chg="modSld">
      <pc:chgData name="Iris Xu (External Consultant)" userId="S::xuir@bank-banque-canada.ca::fd9d884f-3ed2-4649-88d0-7a7c89810ac9" providerId="AD" clId="Web-{D7E6374C-D52B-5EE1-7BAB-1B22ACF1E80D}" dt="2026-06-19T17:59:18.656" v="5" actId="1076"/>
      <pc:docMkLst>
        <pc:docMk/>
      </pc:docMkLst>
      <pc:sldChg chg="modSp">
        <pc:chgData name="Iris Xu (External Consultant)" userId="S::xuir@bank-banque-canada.ca::fd9d884f-3ed2-4649-88d0-7a7c89810ac9" providerId="AD" clId="Web-{D7E6374C-D52B-5EE1-7BAB-1B22ACF1E80D}" dt="2026-06-19T17:59:18.656" v="5" actId="1076"/>
        <pc:sldMkLst>
          <pc:docMk/>
          <pc:sldMk cId="2166885509" sldId="346"/>
        </pc:sldMkLst>
        <pc:spChg chg="mod">
          <ac:chgData name="Iris Xu (External Consultant)" userId="S::xuir@bank-banque-canada.ca::fd9d884f-3ed2-4649-88d0-7a7c89810ac9" providerId="AD" clId="Web-{D7E6374C-D52B-5EE1-7BAB-1B22ACF1E80D}" dt="2026-06-19T17:57:30.342" v="3" actId="1076"/>
          <ac:spMkLst>
            <pc:docMk/>
            <pc:sldMk cId="2166885509" sldId="346"/>
            <ac:spMk id="7" creationId="{A681E36F-99DD-2599-E9FD-ED3635AC03B5}"/>
          </ac:spMkLst>
        </pc:spChg>
        <pc:spChg chg="mod">
          <ac:chgData name="Iris Xu (External Consultant)" userId="S::xuir@bank-banque-canada.ca::fd9d884f-3ed2-4649-88d0-7a7c89810ac9" providerId="AD" clId="Web-{D7E6374C-D52B-5EE1-7BAB-1B22ACF1E80D}" dt="2026-06-19T17:59:18.656" v="5" actId="1076"/>
          <ac:spMkLst>
            <pc:docMk/>
            <pc:sldMk cId="2166885509" sldId="346"/>
            <ac:spMk id="8" creationId="{449C3522-E0E5-A8BE-807E-2956824D269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EB84BE-BB4C-4D51-BD4B-948C634D53E3}" type="doc">
      <dgm:prSet loTypeId="urn:microsoft.com/office/officeart/2005/8/layout/chevron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CA"/>
        </a:p>
      </dgm:t>
    </dgm:pt>
    <dgm:pt modelId="{2AA57F22-47C9-47D7-A224-69D9CB8DAA52}" type="pres">
      <dgm:prSet presAssocID="{64EB84BE-BB4C-4D51-BD4B-948C634D53E3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2434E035-3BAB-4CA8-A28A-A2CEBB7AAD9A}" type="presOf" srcId="{64EB84BE-BB4C-4D51-BD4B-948C634D53E3}" destId="{2AA57F22-47C9-47D7-A224-69D9CB8DAA52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EB84BE-BB4C-4D51-BD4B-948C634D53E3}" type="doc">
      <dgm:prSet loTypeId="urn:microsoft.com/office/officeart/2005/8/layout/chevron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CA"/>
        </a:p>
      </dgm:t>
    </dgm:pt>
    <dgm:pt modelId="{2AA57F22-47C9-47D7-A224-69D9CB8DAA52}" type="pres">
      <dgm:prSet presAssocID="{64EB84BE-BB4C-4D51-BD4B-948C634D53E3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2434E035-3BAB-4CA8-A28A-A2CEBB7AAD9A}" type="presOf" srcId="{64EB84BE-BB4C-4D51-BD4B-948C634D53E3}" destId="{2AA57F22-47C9-47D7-A224-69D9CB8DAA52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EB84BE-BB4C-4D51-BD4B-948C634D53E3}" type="doc">
      <dgm:prSet loTypeId="urn:microsoft.com/office/officeart/2005/8/layout/chevron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CA"/>
        </a:p>
      </dgm:t>
    </dgm:pt>
    <dgm:pt modelId="{2AA57F22-47C9-47D7-A224-69D9CB8DAA52}" type="pres">
      <dgm:prSet presAssocID="{64EB84BE-BB4C-4D51-BD4B-948C634D53E3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2434E035-3BAB-4CA8-A28A-A2CEBB7AAD9A}" type="presOf" srcId="{64EB84BE-BB4C-4D51-BD4B-948C634D53E3}" destId="{2AA57F22-47C9-47D7-A224-69D9CB8DAA52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EB84BE-BB4C-4D51-BD4B-948C634D53E3}" type="doc">
      <dgm:prSet loTypeId="urn:microsoft.com/office/officeart/2005/8/layout/chevron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CA"/>
        </a:p>
      </dgm:t>
    </dgm:pt>
    <dgm:pt modelId="{2AA57F22-47C9-47D7-A224-69D9CB8DAA52}" type="pres">
      <dgm:prSet presAssocID="{64EB84BE-BB4C-4D51-BD4B-948C634D53E3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2434E035-3BAB-4CA8-A28A-A2CEBB7AAD9A}" type="presOf" srcId="{64EB84BE-BB4C-4D51-BD4B-948C634D53E3}" destId="{2AA57F22-47C9-47D7-A224-69D9CB8DAA52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EB84BE-BB4C-4D51-BD4B-948C634D53E3}" type="doc">
      <dgm:prSet loTypeId="urn:microsoft.com/office/officeart/2005/8/layout/chevron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CA"/>
        </a:p>
      </dgm:t>
    </dgm:pt>
    <dgm:pt modelId="{2AA57F22-47C9-47D7-A224-69D9CB8DAA52}" type="pres">
      <dgm:prSet presAssocID="{64EB84BE-BB4C-4D51-BD4B-948C634D53E3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2434E035-3BAB-4CA8-A28A-A2CEBB7AAD9A}" type="presOf" srcId="{64EB84BE-BB4C-4D51-BD4B-948C634D53E3}" destId="{2AA57F22-47C9-47D7-A224-69D9CB8DAA52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AA7A1D-4A99-F746-956D-95A2CA2112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B2BD36-353B-779A-7F88-5303715F41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929A5-616D-40F9-837D-DC69B9A067B3}" type="datetimeFigureOut">
              <a:rPr lang="en-CA" smtClean="0"/>
              <a:t>2026-07-13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C7DFC-60A9-5A60-8688-7BD353F8E0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9AC81-4683-3DED-F15E-29DE846BEC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E55CE-2F3C-40A4-9054-9887B503E2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6390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D00B7-7D8C-4134-B55A-4B6924836C10}" type="datetimeFigureOut">
              <a:rPr lang="en-CA" smtClean="0"/>
              <a:t>2026-07-13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761B3-E06F-4288-8806-6B1FF533DF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505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833F2-9033-099E-C23A-62EBAF453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7041ED-1B64-5464-5A4A-E777A0941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7D77C-0D5C-6CC1-7833-B191CD9C3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61523-B3B3-6C71-DB49-E13F18F42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761B3-E06F-4288-8806-6B1FF533DFFF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3620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6761B3-E06F-4288-8806-6B1FF533DFFF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3596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4FD5C56-088C-9E2E-CB6F-3380EC7AB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pic>
        <p:nvPicPr>
          <p:cNvPr id="9" name="Picture 8" descr="A black background with yellow text&#10;&#10;Description automatically generated">
            <a:extLst>
              <a:ext uri="{FF2B5EF4-FFF2-40B4-BE49-F238E27FC236}">
                <a16:creationId xmlns:a16="http://schemas.microsoft.com/office/drawing/2014/main" id="{7187F866-461C-EF13-E077-6D2A441BF1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330" y="849958"/>
            <a:ext cx="2338598" cy="9354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9054F2-18B3-0D5C-3F5A-60CE9536D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3501" y="1729051"/>
            <a:ext cx="3116206" cy="2387600"/>
          </a:xfrm>
        </p:spPr>
        <p:txBody>
          <a:bodyPr lIns="0" tIns="0" rIns="0" bIns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defRPr lang="en-CA" sz="3200" kern="1200" baseline="0" dirty="0">
                <a:solidFill>
                  <a:schemeClr val="bg1"/>
                </a:solidFill>
                <a:latin typeface="Poppins SemiBold" panose="020B0502040204020203" pitchFamily="2" charset="0"/>
                <a:ea typeface="+mn-ea"/>
                <a:cs typeface="Poppins SemiBold" panose="020B0502040204020203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4BCD3-5A46-88AA-3339-0B9EECFBC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3501" y="4186604"/>
            <a:ext cx="3116206" cy="679080"/>
          </a:xfr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buNone/>
              <a:defRPr lang="en-CA" sz="1600" kern="1200" dirty="0">
                <a:solidFill>
                  <a:srgbClr val="FFF3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B7997C-9939-B875-35D0-8A5583B1FE5D}"/>
              </a:ext>
            </a:extLst>
          </p:cNvPr>
          <p:cNvSpPr/>
          <p:nvPr userDrawn="1"/>
        </p:nvSpPr>
        <p:spPr>
          <a:xfrm>
            <a:off x="0" y="1090613"/>
            <a:ext cx="528637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96136C-F541-A535-38FE-17D133A5C253}"/>
              </a:ext>
            </a:extLst>
          </p:cNvPr>
          <p:cNvSpPr/>
          <p:nvPr userDrawn="1"/>
        </p:nvSpPr>
        <p:spPr>
          <a:xfrm>
            <a:off x="1213076" y="1090613"/>
            <a:ext cx="1057275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3B8B28-D1CE-6FC8-C165-66E7E3E0C81C}"/>
              </a:ext>
            </a:extLst>
          </p:cNvPr>
          <p:cNvSpPr/>
          <p:nvPr userDrawn="1"/>
        </p:nvSpPr>
        <p:spPr>
          <a:xfrm>
            <a:off x="6438218" y="1090613"/>
            <a:ext cx="1057275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3812E-A64E-61F7-9BBA-DD8286B49A8A}"/>
              </a:ext>
            </a:extLst>
          </p:cNvPr>
          <p:cNvSpPr/>
          <p:nvPr userDrawn="1"/>
        </p:nvSpPr>
        <p:spPr>
          <a:xfrm>
            <a:off x="8179932" y="1090613"/>
            <a:ext cx="1057275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CF058-5C50-59A9-2A7C-4F107DB0110E}"/>
              </a:ext>
            </a:extLst>
          </p:cNvPr>
          <p:cNvSpPr/>
          <p:nvPr userDrawn="1"/>
        </p:nvSpPr>
        <p:spPr>
          <a:xfrm>
            <a:off x="9921646" y="1090613"/>
            <a:ext cx="1057275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0CD31B-A226-AE21-CECD-1C3116EA4BE8}"/>
              </a:ext>
            </a:extLst>
          </p:cNvPr>
          <p:cNvSpPr/>
          <p:nvPr userDrawn="1"/>
        </p:nvSpPr>
        <p:spPr>
          <a:xfrm>
            <a:off x="11663363" y="1090613"/>
            <a:ext cx="528637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B56B075-8F32-2391-E675-2D8C63E2CC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63850" y="4896588"/>
            <a:ext cx="3116263" cy="172888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lang="en-CA" sz="1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648000" indent="0">
              <a:buNone/>
              <a:defRPr/>
            </a:lvl5pPr>
          </a:lstStyle>
          <a:p>
            <a:pPr lvl="0"/>
            <a:r>
              <a:rPr lang="en-US"/>
              <a:t>Firstname Lastname</a:t>
            </a:r>
            <a:endParaRPr lang="en-CA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355D09F9-E253-F3E7-3F99-A23B760F49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3850" y="5140393"/>
            <a:ext cx="3116263" cy="168255"/>
          </a:xfr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CA" sz="8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648000" indent="0">
              <a:buNone/>
              <a:defRPr/>
            </a:lvl5pPr>
          </a:lstStyle>
          <a:p>
            <a:pPr marL="0" indent="0">
              <a:buNone/>
            </a:pPr>
            <a:r>
              <a:rPr lang="en-CA"/>
              <a:t>Title of presenter </a:t>
            </a:r>
          </a:p>
          <a:p>
            <a:pPr marL="0" indent="0">
              <a:buNone/>
            </a:pPr>
            <a:r>
              <a:rPr lang="en-CA"/>
              <a:t>and/or org/department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1E0E917C-273F-864A-2BBD-92D3C7C367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63850" y="5350987"/>
            <a:ext cx="3116263" cy="416401"/>
          </a:xfrm>
        </p:spPr>
        <p:txBody>
          <a:bodyPr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CA" sz="8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648000" indent="0">
              <a:buNone/>
              <a:defRPr/>
            </a:lvl5pPr>
          </a:lstStyle>
          <a:p>
            <a:pPr marL="0" indent="0">
              <a:buNone/>
            </a:pPr>
            <a:r>
              <a:rPr lang="en-CA"/>
              <a:t>Date and/or event</a:t>
            </a:r>
          </a:p>
        </p:txBody>
      </p:sp>
    </p:spTree>
    <p:extLst>
      <p:ext uri="{BB962C8B-B14F-4D97-AF65-F5344CB8AC3E}">
        <p14:creationId xmlns:p14="http://schemas.microsoft.com/office/powerpoint/2010/main" val="424545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Title -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857809-4FE3-47E7-93C2-523FEA82D9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500000" cy="5935049"/>
          </a:xfrm>
        </p:spPr>
        <p:txBody>
          <a:bodyPr wrap="square" lIns="360000" tIns="180000" rIns="180000" bIns="180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A4D1A376-0F22-4118-BAF0-A1B71E9E9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00" y="108000"/>
            <a:ext cx="7020000" cy="6642000"/>
          </a:xfrm>
        </p:spPr>
        <p:txBody>
          <a:bodyPr lIns="180000" tIns="180000" rIns="180000" bIns="180000"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047018-C945-4567-918F-DB45C3AE39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43B28B5-AE0C-A816-C020-F98E6B6F87BC}"/>
              </a:ext>
            </a:extLst>
          </p:cNvPr>
          <p:cNvGrpSpPr/>
          <p:nvPr userDrawn="1"/>
        </p:nvGrpSpPr>
        <p:grpSpPr>
          <a:xfrm>
            <a:off x="359049" y="6047501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83DE88E2-E6FE-E343-D2D3-B7D439F5EA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2D0EA832-2D68-3BA4-D39D-D569EBBA38C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5493BA13-E315-28E4-2580-8DE75CBD9B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7" name="Rectangle 9">
              <a:extLst>
                <a:ext uri="{FF2B5EF4-FFF2-40B4-BE49-F238E27FC236}">
                  <a16:creationId xmlns:a16="http://schemas.microsoft.com/office/drawing/2014/main" id="{EC6478BF-F0F6-3716-94D0-10A255824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8" name="Rectangle 10">
              <a:extLst>
                <a:ext uri="{FF2B5EF4-FFF2-40B4-BE49-F238E27FC236}">
                  <a16:creationId xmlns:a16="http://schemas.microsoft.com/office/drawing/2014/main" id="{94886736-697A-067D-4F81-4AD365E34B9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9" name="Rectangle 11">
              <a:extLst>
                <a:ext uri="{FF2B5EF4-FFF2-40B4-BE49-F238E27FC236}">
                  <a16:creationId xmlns:a16="http://schemas.microsoft.com/office/drawing/2014/main" id="{8AC123C7-F6E4-930F-1BF6-0D624D2AA8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0" name="Rectangle 12">
              <a:extLst>
                <a:ext uri="{FF2B5EF4-FFF2-40B4-BE49-F238E27FC236}">
                  <a16:creationId xmlns:a16="http://schemas.microsoft.com/office/drawing/2014/main" id="{A6738547-83E1-3998-587D-BE75DFBDCE7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116718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Title Subtitle -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3B77459-4A00-4B6F-A046-D4925ACF4E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500000" cy="3312000"/>
          </a:xfrm>
        </p:spPr>
        <p:txBody>
          <a:bodyPr wrap="square" lIns="360000" tIns="360000" rIns="360000" bIns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29E12F82-23C4-49B4-B393-6758E68506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429000"/>
            <a:ext cx="4500000" cy="2618501"/>
          </a:xfrm>
        </p:spPr>
        <p:txBody>
          <a:bodyPr lIns="360000" tIns="108000" rIns="360000" bIns="360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CF3893C4-CF8B-4F4B-B713-FC959715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00" y="108000"/>
            <a:ext cx="7020000" cy="6642000"/>
          </a:xfrm>
        </p:spPr>
        <p:txBody>
          <a:bodyPr lIns="180000" tIns="180000" rIns="180000" bIns="180000"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61E11C5-70A0-4427-8C9F-1EABD8A97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B761987-138C-CC6A-3C1B-9B9830AC486D}"/>
              </a:ext>
            </a:extLst>
          </p:cNvPr>
          <p:cNvGrpSpPr/>
          <p:nvPr userDrawn="1"/>
        </p:nvGrpSpPr>
        <p:grpSpPr>
          <a:xfrm>
            <a:off x="359049" y="6047501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BC9AB398-A458-1F6C-7789-6C83ADB2279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386F6F29-D328-620B-70BA-DB6EEA12A92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C37038A8-93D4-06E5-EC93-791829A3691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3F7D91E4-7F47-749A-2D54-43A558B810A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749E3650-44F5-B758-D66B-9959A90F716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738B5192-BA9C-23BD-BE04-A9D3D1A572E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36BBCB34-4A28-50AF-F71A-295894E250A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24058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Content -- 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3B77459-4A00-4B6F-A046-D4925ACF4E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51999" y="108000"/>
            <a:ext cx="4739999" cy="3312000"/>
          </a:xfrm>
        </p:spPr>
        <p:txBody>
          <a:bodyPr wrap="square" lIns="180000" tIns="396000" rIns="540000" bIns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893C4-CF8B-4F4B-B713-FC959715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636" y="108000"/>
            <a:ext cx="6923363" cy="6642000"/>
          </a:xfrm>
        </p:spPr>
        <p:txBody>
          <a:bodyPr lIns="360000" tIns="720000" rIns="720000" bIns="720000"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29E12F82-23C4-49B4-B393-6758E68506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1999" y="3429000"/>
            <a:ext cx="4740001" cy="2618501"/>
          </a:xfrm>
        </p:spPr>
        <p:txBody>
          <a:bodyPr lIns="180000" tIns="180000" rIns="540000" bIns="720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09617F-D8B0-4CB5-9626-0D1EAC894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883DDD-4051-7C88-9CEE-1949E6C28728}"/>
              </a:ext>
            </a:extLst>
          </p:cNvPr>
          <p:cNvGrpSpPr/>
          <p:nvPr userDrawn="1"/>
        </p:nvGrpSpPr>
        <p:grpSpPr>
          <a:xfrm>
            <a:off x="7662853" y="6047501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B8C9F9C-36F9-FE36-77B0-5A567A0D31F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BD451FB-C70D-AA98-C807-5438E5914E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1BF01B-6C2D-C17A-5F85-B87719ECF76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1A357FD-14A8-EB87-4ADE-B6C46D12B0F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881703F-EAD2-15EF-BF93-C3133797C3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E4FEEDF9-6D06-146B-AD28-CE14F2F0A3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CE3EA962-36BE-242A-F5D8-2D75B276219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20398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Title -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5D229ED7-198E-46F5-9AC0-267C1D31E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508777" cy="5939501"/>
          </a:xfrm>
        </p:spPr>
        <p:txBody>
          <a:bodyPr wrap="square" lIns="360000" tIns="180000" rIns="180000" bIns="180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hart">
            <a:extLst>
              <a:ext uri="{FF2B5EF4-FFF2-40B4-BE49-F238E27FC236}">
                <a16:creationId xmlns:a16="http://schemas.microsoft.com/office/drawing/2014/main" id="{CF3893C4-CF8B-4F4B-B713-FC959715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00" y="108000"/>
            <a:ext cx="7020000" cy="6613475"/>
          </a:xfrm>
        </p:spPr>
        <p:txBody>
          <a:bodyPr lIns="180000" tIns="720000" rIns="396000" bIns="720000"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5AE390-8B52-46CD-BD34-A43710027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15AFCA-6B23-7453-4524-AB7A9833F795}"/>
              </a:ext>
            </a:extLst>
          </p:cNvPr>
          <p:cNvGrpSpPr/>
          <p:nvPr userDrawn="1"/>
        </p:nvGrpSpPr>
        <p:grpSpPr>
          <a:xfrm>
            <a:off x="359049" y="6047501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1D3019E8-B47D-1725-D2CD-38320511207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4D82FCB8-2ABB-1AFA-7AD9-F0A24076972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4EC4002F-9861-579C-0FFF-71F0DE03E4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DD923B05-7589-72E1-DFDA-3D2D7F92C1D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6D4F4BDB-13ED-82A6-304A-D7DEDD4FAC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1">
              <a:extLst>
                <a:ext uri="{FF2B5EF4-FFF2-40B4-BE49-F238E27FC236}">
                  <a16:creationId xmlns:a16="http://schemas.microsoft.com/office/drawing/2014/main" id="{DD3ADE22-3F95-5D30-38C6-19007092D1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15E33FCD-31B7-D441-05B0-DFB2B852F70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37947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Low Title Subtitle -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5D229ED7-198E-46F5-9AC0-267C1D31E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500000" cy="3755972"/>
          </a:xfrm>
        </p:spPr>
        <p:txBody>
          <a:bodyPr wrap="square" lIns="360000" tIns="180000" rIns="180000" bIns="0">
            <a:noAutofit/>
          </a:bodyPr>
          <a:lstStyle>
            <a:lvl1pPr algn="l">
              <a:defRPr sz="32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CF6DE496-3DCD-4FA6-8337-7E21F22A7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863972"/>
            <a:ext cx="4499999" cy="2183529"/>
          </a:xfrm>
        </p:spPr>
        <p:txBody>
          <a:bodyPr lIns="360000" tIns="180000" rIns="180000" bIns="180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">
            <a:extLst>
              <a:ext uri="{FF2B5EF4-FFF2-40B4-BE49-F238E27FC236}">
                <a16:creationId xmlns:a16="http://schemas.microsoft.com/office/drawing/2014/main" id="{CF3893C4-CF8B-4F4B-B713-FC959715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00" y="108000"/>
            <a:ext cx="7020000" cy="6632999"/>
          </a:xfrm>
        </p:spPr>
        <p:txBody>
          <a:bodyPr lIns="360000" tIns="720000" rIns="720000" bIns="720000"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5AE390-8B52-46CD-BD34-A43710027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17CB4B-D6FD-1815-4C87-5F73F35B6157}"/>
              </a:ext>
            </a:extLst>
          </p:cNvPr>
          <p:cNvGrpSpPr/>
          <p:nvPr userDrawn="1"/>
        </p:nvGrpSpPr>
        <p:grpSpPr>
          <a:xfrm>
            <a:off x="359049" y="6047501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ADF9F482-97FA-7CA0-D6FA-CC8F7E7953C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CD8BAF5E-5DF8-B1E8-F51F-10AE7C73E96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84BE637B-C983-62D4-5A64-06D16C3A6C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0415927B-C00C-0A69-1733-F904AA72085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3B89E7FC-14D6-D8C5-EC27-286FE1884A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2B8753AD-3B1D-E99C-FEAD-BE118088538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ED262728-8129-A291-8856-45CFFDCDB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79709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Title Subtitle -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5D229ED7-198E-46F5-9AC0-267C1D31E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499999" cy="3320994"/>
          </a:xfrm>
        </p:spPr>
        <p:txBody>
          <a:bodyPr wrap="square" lIns="360000" tIns="180000" rIns="180000" bIns="0">
            <a:noAutofit/>
          </a:bodyPr>
          <a:lstStyle>
            <a:lvl1pPr algn="l">
              <a:defRPr sz="32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CF6DE496-3DCD-4FA6-8337-7E21F22A7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428994"/>
            <a:ext cx="4499999" cy="2618507"/>
          </a:xfrm>
        </p:spPr>
        <p:txBody>
          <a:bodyPr lIns="360000" tIns="180000" rIns="180000" bIns="180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">
            <a:extLst>
              <a:ext uri="{FF2B5EF4-FFF2-40B4-BE49-F238E27FC236}">
                <a16:creationId xmlns:a16="http://schemas.microsoft.com/office/drawing/2014/main" id="{CF3893C4-CF8B-4F4B-B713-FC959715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00" y="108000"/>
            <a:ext cx="7020000" cy="6632999"/>
          </a:xfrm>
        </p:spPr>
        <p:txBody>
          <a:bodyPr lIns="360000" tIns="720000" rIns="360000" bIns="720000"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5AE390-8B52-46CD-BD34-A43710027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3D5030-30AE-972B-F48A-36F7D088A426}"/>
              </a:ext>
            </a:extLst>
          </p:cNvPr>
          <p:cNvGrpSpPr/>
          <p:nvPr userDrawn="1"/>
        </p:nvGrpSpPr>
        <p:grpSpPr>
          <a:xfrm>
            <a:off x="359049" y="6047501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55721532-C7FD-820D-DCA8-0FF84764EE6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F0530DEF-62A5-BD28-A438-74E1F0FB73E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438DE08B-141A-1EE0-BF72-7EAB048F96A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1A36DDC5-AD04-C539-78FA-D12E99A6367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C80C7D84-84A3-8D74-885C-FAB1966D73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A63DEE4E-CA46-CD7C-144B-E31B133DAC6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828771D0-06D7-2843-B134-C255ADEDC23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00684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Title Subtitle Notes -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5D229ED7-198E-46F5-9AC0-267C1D31E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499999" cy="2847701"/>
          </a:xfrm>
        </p:spPr>
        <p:txBody>
          <a:bodyPr wrap="square" lIns="360000" tIns="180000" rIns="180000" bIns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CF6DE496-3DCD-4FA6-8337-7E21F22A7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955701"/>
            <a:ext cx="4500000" cy="2189409"/>
          </a:xfrm>
        </p:spPr>
        <p:txBody>
          <a:bodyPr lIns="360000" tIns="180000" rIns="180000" bIns="180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">
            <a:extLst>
              <a:ext uri="{FF2B5EF4-FFF2-40B4-BE49-F238E27FC236}">
                <a16:creationId xmlns:a16="http://schemas.microsoft.com/office/drawing/2014/main" id="{CF3893C4-CF8B-4F4B-B713-FC959715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00" y="108000"/>
            <a:ext cx="7020000" cy="6638377"/>
          </a:xfrm>
        </p:spPr>
        <p:txBody>
          <a:bodyPr lIns="360000" tIns="720000" rIns="720000" bIns="720000"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5AE390-8B52-46CD-BD34-A43710027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sp>
        <p:nvSpPr>
          <p:cNvPr id="4" name="Notes">
            <a:extLst>
              <a:ext uri="{FF2B5EF4-FFF2-40B4-BE49-F238E27FC236}">
                <a16:creationId xmlns:a16="http://schemas.microsoft.com/office/drawing/2014/main" id="{E79C1175-1F59-D352-F75E-EE0E7237EE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172756"/>
            <a:ext cx="4500000" cy="1874745"/>
          </a:xfrm>
        </p:spPr>
        <p:txBody>
          <a:bodyPr lIns="360000" tIns="180000" rIns="180000" bIns="180000" anchor="b" anchorCtr="0">
            <a:normAutofit/>
          </a:bodyPr>
          <a:lstStyle>
            <a:lvl1pPr marL="0" indent="0">
              <a:buNone/>
              <a:defRPr sz="1000"/>
            </a:lvl1pPr>
            <a:lvl2pPr marL="108000" indent="0">
              <a:buNone/>
              <a:defRPr sz="1000"/>
            </a:lvl2pPr>
            <a:lvl3pPr marL="324000" indent="0">
              <a:buNone/>
              <a:defRPr sz="1000"/>
            </a:lvl3pPr>
            <a:lvl4pPr marL="540000" indent="0">
              <a:buNone/>
              <a:defRPr sz="1000"/>
            </a:lvl4pPr>
            <a:lvl5pPr marL="756000" indent="0">
              <a:buNone/>
              <a:defRPr sz="1000"/>
            </a:lvl5pPr>
          </a:lstStyle>
          <a:p>
            <a:pPr lvl="0"/>
            <a:r>
              <a:rPr lang="en-US"/>
              <a:t>Chart notes and last observation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9123535-8575-8A7D-82C3-B08FED06A9CF}"/>
              </a:ext>
            </a:extLst>
          </p:cNvPr>
          <p:cNvGrpSpPr/>
          <p:nvPr userDrawn="1"/>
        </p:nvGrpSpPr>
        <p:grpSpPr>
          <a:xfrm>
            <a:off x="359049" y="6047501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3A80E6D9-1BAA-457B-C828-729AFC0AF6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68B54CFF-6E59-C375-E679-056A3EDAFB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8">
              <a:extLst>
                <a:ext uri="{FF2B5EF4-FFF2-40B4-BE49-F238E27FC236}">
                  <a16:creationId xmlns:a16="http://schemas.microsoft.com/office/drawing/2014/main" id="{CEE7A0CB-21EE-11C3-DB31-29FB6161B2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D7F1DDE5-D1AA-D2AD-7F87-49CD426E5F2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10">
              <a:extLst>
                <a:ext uri="{FF2B5EF4-FFF2-40B4-BE49-F238E27FC236}">
                  <a16:creationId xmlns:a16="http://schemas.microsoft.com/office/drawing/2014/main" id="{6730FEEC-1485-4657-6226-63FEB88A1A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11">
              <a:extLst>
                <a:ext uri="{FF2B5EF4-FFF2-40B4-BE49-F238E27FC236}">
                  <a16:creationId xmlns:a16="http://schemas.microsoft.com/office/drawing/2014/main" id="{07DBB09E-AB0F-897B-93AD-0DFBFC17425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AFDF70BF-7D6B-AFE6-4B6B-E57ED7B0F88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79971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A2F6E17-BB85-40D9-BD3D-C9FBBBD26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051D5E7-80EF-3CCE-A65C-E9EE22F769A7}"/>
              </a:ext>
            </a:extLst>
          </p:cNvPr>
          <p:cNvGrpSpPr/>
          <p:nvPr userDrawn="1"/>
        </p:nvGrpSpPr>
        <p:grpSpPr>
          <a:xfrm>
            <a:off x="359049" y="0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0699A06F-2C89-3BD1-AA30-88C1C58723A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7868874D-5BD5-0356-BA31-885CE0513F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8F9B5C8F-8A85-4697-D977-16411BD3CDE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7408C842-03A9-DC13-BD86-B9CF74B2EE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6892375D-7E4F-CC00-9A71-16226A4CBD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CBA69931-37EC-793B-7549-F05911E55E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97EA9240-B75B-75D6-9642-354E2751B99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23" name="Panel a">
            <a:extLst>
              <a:ext uri="{FF2B5EF4-FFF2-40B4-BE49-F238E27FC236}">
                <a16:creationId xmlns:a16="http://schemas.microsoft.com/office/drawing/2014/main" id="{6970050D-F8A2-55F9-C226-2106EB7F4CE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3242" y="1862518"/>
            <a:ext cx="5524500" cy="4878535"/>
          </a:xfrm>
        </p:spPr>
        <p:txBody>
          <a:bodyPr lIns="0" tIns="180000" rIns="0" bIns="0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4" name="Panel b">
            <a:extLst>
              <a:ext uri="{FF2B5EF4-FFF2-40B4-BE49-F238E27FC236}">
                <a16:creationId xmlns:a16="http://schemas.microsoft.com/office/drawing/2014/main" id="{E60517F6-B0EB-0CD8-7191-C54060D20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253" y="1863088"/>
            <a:ext cx="5524500" cy="4886912"/>
          </a:xfrm>
        </p:spPr>
        <p:txBody>
          <a:bodyPr lIns="0" tIns="180000" rIns="0" bIns="0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5" name="Title">
            <a:extLst>
              <a:ext uri="{FF2B5EF4-FFF2-40B4-BE49-F238E27FC236}">
                <a16:creationId xmlns:a16="http://schemas.microsoft.com/office/drawing/2014/main" id="{AE8C752C-9D05-8BB1-0642-70C0F7A6B9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242" y="828000"/>
            <a:ext cx="11425516" cy="1048137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56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Subtitle Panel Sourc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A2F6E17-BB85-40D9-BD3D-C9FBBBD26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E2CE10-5D3C-7BC8-5751-39956835D3E5}"/>
              </a:ext>
            </a:extLst>
          </p:cNvPr>
          <p:cNvGrpSpPr/>
          <p:nvPr userDrawn="1"/>
        </p:nvGrpSpPr>
        <p:grpSpPr>
          <a:xfrm>
            <a:off x="359049" y="0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6D7F91C8-A762-E531-9151-6B5FDF4FF1A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B8405B-CE11-1FA7-43C2-68B3F1D83A1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163426-B5FD-4920-F919-2AE5210EFEE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60E65D-733A-569D-500B-A48C71931D4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67B3E2-F92B-5A5C-3F2F-5C11CD21503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82B69-A454-9FCC-93E2-AB3D3BB47D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B2D0AB-9F93-642C-108A-C8C550FEB4B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4" name="Title">
            <a:extLst>
              <a:ext uri="{FF2B5EF4-FFF2-40B4-BE49-F238E27FC236}">
                <a16:creationId xmlns:a16="http://schemas.microsoft.com/office/drawing/2014/main" id="{DAC1D22F-7B96-1529-CB3F-04AF17343B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048" y="828000"/>
            <a:ext cx="11473903" cy="792000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506CD65-BF4B-1C02-940A-88E8DF04F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049" y="1638501"/>
            <a:ext cx="11473902" cy="35707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anel a">
            <a:extLst>
              <a:ext uri="{FF2B5EF4-FFF2-40B4-BE49-F238E27FC236}">
                <a16:creationId xmlns:a16="http://schemas.microsoft.com/office/drawing/2014/main" id="{D7CF391E-E40C-2028-848F-0063AD5BA33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9049" y="2125001"/>
            <a:ext cx="5548694" cy="4185837"/>
          </a:xfrm>
        </p:spPr>
        <p:txBody>
          <a:bodyPr lIns="0" tIns="180000" rIns="0" bIns="0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0" name="Panel b">
            <a:extLst>
              <a:ext uri="{FF2B5EF4-FFF2-40B4-BE49-F238E27FC236}">
                <a16:creationId xmlns:a16="http://schemas.microsoft.com/office/drawing/2014/main" id="{64BF03A8-0F2B-BF10-3E46-ACCB0DB51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252" y="2125596"/>
            <a:ext cx="5548694" cy="4193025"/>
          </a:xfrm>
        </p:spPr>
        <p:txBody>
          <a:bodyPr lIns="0" tIns="180000" rIns="0" bIns="0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1" name="Notes">
            <a:extLst>
              <a:ext uri="{FF2B5EF4-FFF2-40B4-BE49-F238E27FC236}">
                <a16:creationId xmlns:a16="http://schemas.microsoft.com/office/drawing/2014/main" id="{AC6AFD8D-1400-D345-0ACC-839DFE0E38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048" y="6069151"/>
            <a:ext cx="11473898" cy="470968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300"/>
              </a:spcBef>
              <a:buNone/>
              <a:defRPr sz="1000"/>
            </a:lvl1pPr>
          </a:lstStyle>
          <a:p>
            <a:pPr lvl="0"/>
            <a:r>
              <a:rPr lang="en-US"/>
              <a:t>Sources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8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">
            <a:extLst>
              <a:ext uri="{FF2B5EF4-FFF2-40B4-BE49-F238E27FC236}">
                <a16:creationId xmlns:a16="http://schemas.microsoft.com/office/drawing/2014/main" id="{6F4AAE45-EC98-47C8-B4F6-91BC5AA4DA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76000" y="1597444"/>
            <a:ext cx="8640000" cy="4902236"/>
          </a:xfrm>
        </p:spPr>
        <p:txBody>
          <a:bodyPr lIns="0" tIns="0" rIns="0" bIns="0" anchor="t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C6109A0-C952-4E6D-9D34-5C496BAAE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139DD54-BE2A-8818-0DF2-20FC3A1808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8000" y="773498"/>
            <a:ext cx="10524001" cy="810502"/>
          </a:xfrm>
        </p:spPr>
        <p:txBody>
          <a:bodyPr wrap="square" lIns="0" tIns="0" rIns="0" bIns="144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5A943D-9BEB-2EBC-A07B-DCE45546B3E0}"/>
              </a:ext>
            </a:extLst>
          </p:cNvPr>
          <p:cNvGrpSpPr/>
          <p:nvPr userDrawn="1"/>
        </p:nvGrpSpPr>
        <p:grpSpPr>
          <a:xfrm>
            <a:off x="359049" y="0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171C9029-8C52-41F5-38BC-6993876E24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9F2981-4E8C-DB36-8D52-587961B964C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331B1A-D003-96B7-AA97-087D0E7AD2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C7F87E-18C2-4843-1A84-5F29732036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7DFC65-8AA8-1931-AF27-2B2AAE392BF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06F626-80D4-C4E4-88A6-FE938CDECF1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E6EDEA-8861-8E38-FBB2-EBE7E4FBD1C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426649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">
            <a:extLst>
              <a:ext uri="{FF2B5EF4-FFF2-40B4-BE49-F238E27FC236}">
                <a16:creationId xmlns:a16="http://schemas.microsoft.com/office/drawing/2014/main" id="{97E6F472-B8DF-4D84-AF60-8AF09CD90C6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383242" y="1863088"/>
            <a:ext cx="11425516" cy="46360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SmartArt graphic</a:t>
            </a:r>
            <a:endParaRPr lang="en-CA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338DDF5-1FBA-473D-9E35-DB9359BB6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FE09E0-665F-CD98-F93A-FD4F8B30513E}"/>
              </a:ext>
            </a:extLst>
          </p:cNvPr>
          <p:cNvGrpSpPr/>
          <p:nvPr userDrawn="1"/>
        </p:nvGrpSpPr>
        <p:grpSpPr>
          <a:xfrm>
            <a:off x="359049" y="0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09FA3BEF-7A66-5B55-54C9-2CDF21BA8E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BE2345-B77F-53AA-0CBF-129BDD4AC04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B54B3-905D-D958-2F2B-4F1812CED3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59A18C4-730D-DF05-497E-E3FF30EAD82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7573A33-D4E2-9D2C-283C-ED15A3C215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9614DA-ED36-FE24-1D9B-FB8B972FAA6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46BAD6-7036-2AD2-87D6-E5DF6ABA1EA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4" name="Title">
            <a:extLst>
              <a:ext uri="{FF2B5EF4-FFF2-40B4-BE49-F238E27FC236}">
                <a16:creationId xmlns:a16="http://schemas.microsoft.com/office/drawing/2014/main" id="{4FC52DED-D868-19D7-0F50-9AF7FE8F0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242" y="814951"/>
            <a:ext cx="11425516" cy="1048137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167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a">
            <a:extLst>
              <a:ext uri="{FF2B5EF4-FFF2-40B4-BE49-F238E27FC236}">
                <a16:creationId xmlns:a16="http://schemas.microsoft.com/office/drawing/2014/main" id="{77187997-B256-4434-821E-695247B5C77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3242" y="1863088"/>
            <a:ext cx="3600000" cy="4886912"/>
          </a:xfrm>
        </p:spPr>
        <p:txBody>
          <a:bodyPr lIns="0" tIns="180000" rIns="0" bIns="0"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4" name="Content b">
            <a:extLst>
              <a:ext uri="{FF2B5EF4-FFF2-40B4-BE49-F238E27FC236}">
                <a16:creationId xmlns:a16="http://schemas.microsoft.com/office/drawing/2014/main" id="{F236D2EF-DA10-4C40-91DC-525905CD6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000" y="1863088"/>
            <a:ext cx="3600000" cy="4886912"/>
          </a:xfrm>
        </p:spPr>
        <p:txBody>
          <a:bodyPr lIns="0" tIns="180000" rIns="0" bIns="0"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6" name="Content c">
            <a:extLst>
              <a:ext uri="{FF2B5EF4-FFF2-40B4-BE49-F238E27FC236}">
                <a16:creationId xmlns:a16="http://schemas.microsoft.com/office/drawing/2014/main" id="{18431E66-7370-47EA-897B-1570C2B4D96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08758" y="1863088"/>
            <a:ext cx="3600000" cy="4886912"/>
          </a:xfrm>
        </p:spPr>
        <p:txBody>
          <a:bodyPr lIns="0" tIns="180000" rIns="0" bIns="0"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88242317-F275-4966-9CD2-C045FA50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1332C3-11D3-6A6C-795D-74DBCF82FDAB}"/>
              </a:ext>
            </a:extLst>
          </p:cNvPr>
          <p:cNvGrpSpPr/>
          <p:nvPr userDrawn="1"/>
        </p:nvGrpSpPr>
        <p:grpSpPr>
          <a:xfrm>
            <a:off x="359049" y="0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F4F17C79-1193-CAC5-EACF-8A1171580C8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87429FE-026B-F8AF-1E62-94CAE2639B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8C312C-3FAF-2F23-A5EB-F1C4CEDA82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DF8603B-5CCA-6E53-3656-810142B1B4C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B03FCF-CCB8-1B25-95CA-FAB2B8CA8F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CE9330-4341-52B6-95E2-CC050963D9C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A59DDD-0ED9-2467-61A2-82202C9DFEE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2" name="Title">
            <a:extLst>
              <a:ext uri="{FF2B5EF4-FFF2-40B4-BE49-F238E27FC236}">
                <a16:creationId xmlns:a16="http://schemas.microsoft.com/office/drawing/2014/main" id="{D334DECD-50A6-02EC-021A-D40C8FADC5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242" y="814951"/>
            <a:ext cx="11425516" cy="1048137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492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3 Ic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con a">
            <a:extLst>
              <a:ext uri="{FF2B5EF4-FFF2-40B4-BE49-F238E27FC236}">
                <a16:creationId xmlns:a16="http://schemas.microsoft.com/office/drawing/2014/main" id="{9FA4364F-6F31-4FF8-9C89-13D55E2224B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354665" y="2239260"/>
            <a:ext cx="360000" cy="36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6" name="Content a">
            <a:extLst>
              <a:ext uri="{FF2B5EF4-FFF2-40B4-BE49-F238E27FC236}">
                <a16:creationId xmlns:a16="http://schemas.microsoft.com/office/drawing/2014/main" id="{E0C92A3F-EEDD-4C4E-84A7-EED3D74212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65" y="2239260"/>
            <a:ext cx="7580802" cy="1189736"/>
          </a:xfrm>
        </p:spPr>
        <p:txBody>
          <a:bodyPr tIns="9000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/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Icon b">
            <a:extLst>
              <a:ext uri="{FF2B5EF4-FFF2-40B4-BE49-F238E27FC236}">
                <a16:creationId xmlns:a16="http://schemas.microsoft.com/office/drawing/2014/main" id="{3F6AD194-16F4-410D-B8D4-8D591D786B9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54665" y="3663873"/>
            <a:ext cx="360000" cy="36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26" name="Content b">
            <a:extLst>
              <a:ext uri="{FF2B5EF4-FFF2-40B4-BE49-F238E27FC236}">
                <a16:creationId xmlns:a16="http://schemas.microsoft.com/office/drawing/2014/main" id="{CB0B8477-63F0-42BB-87D4-03D9CC09C7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14665" y="3663873"/>
            <a:ext cx="7580802" cy="1189736"/>
          </a:xfrm>
        </p:spPr>
        <p:txBody>
          <a:bodyPr tIns="9000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/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Icon c">
            <a:extLst>
              <a:ext uri="{FF2B5EF4-FFF2-40B4-BE49-F238E27FC236}">
                <a16:creationId xmlns:a16="http://schemas.microsoft.com/office/drawing/2014/main" id="{EF28AE90-5A1F-4624-8383-3AD1F2725EE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354665" y="5075067"/>
            <a:ext cx="360000" cy="36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28" name="Content c">
            <a:extLst>
              <a:ext uri="{FF2B5EF4-FFF2-40B4-BE49-F238E27FC236}">
                <a16:creationId xmlns:a16="http://schemas.microsoft.com/office/drawing/2014/main" id="{C76B2418-8F22-4763-AA93-E68E3F9A0C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14665" y="5075067"/>
            <a:ext cx="7580802" cy="1189736"/>
          </a:xfrm>
        </p:spPr>
        <p:txBody>
          <a:bodyPr tIns="9000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/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C2FFF4E-F16B-4458-AE2D-6B853BAD2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65758C-0776-BED1-D83F-022208BB8AAF}"/>
              </a:ext>
            </a:extLst>
          </p:cNvPr>
          <p:cNvGrpSpPr/>
          <p:nvPr userDrawn="1"/>
        </p:nvGrpSpPr>
        <p:grpSpPr>
          <a:xfrm>
            <a:off x="359049" y="0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F4E91CDA-96E1-91CC-B8C6-72EDDCB749B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A98B912-363F-6A41-32CF-A7CD3B454BB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C3B03F-F294-5506-0ADA-A39D829E126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3EC862-EE96-A084-7054-9E7DE3664DF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5E30AB-3FA9-88DC-D793-D83F8701DB9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CADE07-F27E-AD2D-23D5-C9777F9696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BE0A65-5528-EBA7-DBC7-2B4CB09E6B7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2" name="Title">
            <a:extLst>
              <a:ext uri="{FF2B5EF4-FFF2-40B4-BE49-F238E27FC236}">
                <a16:creationId xmlns:a16="http://schemas.microsoft.com/office/drawing/2014/main" id="{F3A896EC-BD26-20F3-FD9C-F0EF72474A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242" y="814951"/>
            <a:ext cx="11425516" cy="1048137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051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3 Ic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6F523F-5586-4D3F-B652-BBA6E8F72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12322" y="1087282"/>
            <a:ext cx="2792991" cy="46834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C14923-BF9B-4A14-AC85-6F6F2A0A3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9932" y="1088987"/>
            <a:ext cx="2798989" cy="46817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A05ABC-BC30-41AE-BE63-16E84F28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6504" y="1088988"/>
            <a:ext cx="2795080" cy="46817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Icon a">
            <a:extLst>
              <a:ext uri="{FF2B5EF4-FFF2-40B4-BE49-F238E27FC236}">
                <a16:creationId xmlns:a16="http://schemas.microsoft.com/office/drawing/2014/main" id="{4BC304A8-0700-4289-9AF2-04A3EAA6AD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40817" y="1544391"/>
            <a:ext cx="936000" cy="936687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6" name="Content a">
            <a:extLst>
              <a:ext uri="{FF2B5EF4-FFF2-40B4-BE49-F238E27FC236}">
                <a16:creationId xmlns:a16="http://schemas.microsoft.com/office/drawing/2014/main" id="{E0C92A3F-EEDD-4C4E-84A7-EED3D74212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12321" y="2479271"/>
            <a:ext cx="2792991" cy="3291445"/>
          </a:xfrm>
        </p:spPr>
        <p:txBody>
          <a:bodyPr lIns="180000" tIns="180000" rIns="180000" bIns="18000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Icon b">
            <a:extLst>
              <a:ext uri="{FF2B5EF4-FFF2-40B4-BE49-F238E27FC236}">
                <a16:creationId xmlns:a16="http://schemas.microsoft.com/office/drawing/2014/main" id="{4F2E907D-3211-4CBC-8F1E-7A55DB0BB2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26044" y="1546098"/>
            <a:ext cx="936000" cy="93634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25" name="Content b">
            <a:extLst>
              <a:ext uri="{FF2B5EF4-FFF2-40B4-BE49-F238E27FC236}">
                <a16:creationId xmlns:a16="http://schemas.microsoft.com/office/drawing/2014/main" id="{C70180D4-4D21-4C13-BAA7-5FB9873B0F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6504" y="2481078"/>
            <a:ext cx="2795079" cy="3290246"/>
          </a:xfrm>
        </p:spPr>
        <p:txBody>
          <a:bodyPr lIns="180000" tIns="180000" rIns="180000" bIns="18000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Icon c">
            <a:extLst>
              <a:ext uri="{FF2B5EF4-FFF2-40B4-BE49-F238E27FC236}">
                <a16:creationId xmlns:a16="http://schemas.microsoft.com/office/drawing/2014/main" id="{C4F1E197-E801-406B-97D1-560086EC81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11426" y="1546098"/>
            <a:ext cx="936000" cy="93634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27" name="Content c">
            <a:extLst>
              <a:ext uri="{FF2B5EF4-FFF2-40B4-BE49-F238E27FC236}">
                <a16:creationId xmlns:a16="http://schemas.microsoft.com/office/drawing/2014/main" id="{D87A96A1-9BE6-46AA-970C-8BD1E7A291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79932" y="2481078"/>
            <a:ext cx="2798989" cy="3290246"/>
          </a:xfrm>
        </p:spPr>
        <p:txBody>
          <a:bodyPr lIns="180000" tIns="180000" rIns="180000" bIns="18000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071138D-E46D-4D4B-A36B-C30779736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7545AA-2099-E2FD-36BA-C4CD93B4E2ED}"/>
              </a:ext>
            </a:extLst>
          </p:cNvPr>
          <p:cNvSpPr/>
          <p:nvPr userDrawn="1"/>
        </p:nvSpPr>
        <p:spPr>
          <a:xfrm>
            <a:off x="0" y="1090613"/>
            <a:ext cx="528637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7F77DE-300D-AF34-5966-B4BDDB40B8D7}"/>
              </a:ext>
            </a:extLst>
          </p:cNvPr>
          <p:cNvSpPr/>
          <p:nvPr userDrawn="1"/>
        </p:nvSpPr>
        <p:spPr>
          <a:xfrm>
            <a:off x="11663363" y="1090613"/>
            <a:ext cx="528637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102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6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0E6827C-97FE-465C-B370-2CBECE22F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68C581-1072-5DD1-0604-6594A87F0524}"/>
              </a:ext>
            </a:extLst>
          </p:cNvPr>
          <p:cNvSpPr/>
          <p:nvPr userDrawn="1"/>
        </p:nvSpPr>
        <p:spPr>
          <a:xfrm>
            <a:off x="1213076" y="1090613"/>
            <a:ext cx="4540703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122D9E-DD85-D0BA-34EF-7E68D9A4DF15}"/>
              </a:ext>
            </a:extLst>
          </p:cNvPr>
          <p:cNvSpPr/>
          <p:nvPr userDrawn="1"/>
        </p:nvSpPr>
        <p:spPr>
          <a:xfrm>
            <a:off x="6438218" y="1090613"/>
            <a:ext cx="4540703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Icon a">
            <a:extLst>
              <a:ext uri="{FF2B5EF4-FFF2-40B4-BE49-F238E27FC236}">
                <a16:creationId xmlns:a16="http://schemas.microsoft.com/office/drawing/2014/main" id="{9FA4364F-6F31-4FF8-9C89-13D55E2224B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357380" y="1664983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6" name="Content a">
            <a:extLst>
              <a:ext uri="{FF2B5EF4-FFF2-40B4-BE49-F238E27FC236}">
                <a16:creationId xmlns:a16="http://schemas.microsoft.com/office/drawing/2014/main" id="{E0C92A3F-EEDD-4C4E-84A7-EED3D74212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36048" y="1430115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Icon b">
            <a:extLst>
              <a:ext uri="{FF2B5EF4-FFF2-40B4-BE49-F238E27FC236}">
                <a16:creationId xmlns:a16="http://schemas.microsoft.com/office/drawing/2014/main" id="{7796FB15-C289-47B7-9D80-9C1C442CFEE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357380" y="3089596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21" name="Content b">
            <a:extLst>
              <a:ext uri="{FF2B5EF4-FFF2-40B4-BE49-F238E27FC236}">
                <a16:creationId xmlns:a16="http://schemas.microsoft.com/office/drawing/2014/main" id="{4AA38911-A55B-4A45-AF65-5135019FCE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36048" y="2854728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Icon c">
            <a:extLst>
              <a:ext uri="{FF2B5EF4-FFF2-40B4-BE49-F238E27FC236}">
                <a16:creationId xmlns:a16="http://schemas.microsoft.com/office/drawing/2014/main" id="{AAB06EE7-17D4-4893-9F8C-F5B5EB94D26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57380" y="4520482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23" name="Content c">
            <a:extLst>
              <a:ext uri="{FF2B5EF4-FFF2-40B4-BE49-F238E27FC236}">
                <a16:creationId xmlns:a16="http://schemas.microsoft.com/office/drawing/2014/main" id="{99649FB1-CC48-45A2-90E5-33DC7C9D143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36048" y="4285614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Icon d">
            <a:extLst>
              <a:ext uri="{FF2B5EF4-FFF2-40B4-BE49-F238E27FC236}">
                <a16:creationId xmlns:a16="http://schemas.microsoft.com/office/drawing/2014/main" id="{65E902F2-2E87-40CD-B603-2C9FB43025C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571020" y="1664983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30" name="Content d">
            <a:extLst>
              <a:ext uri="{FF2B5EF4-FFF2-40B4-BE49-F238E27FC236}">
                <a16:creationId xmlns:a16="http://schemas.microsoft.com/office/drawing/2014/main" id="{9DBE634F-E8FE-4BC6-96B6-D7FBAF8257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49687" y="1430115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Icon e">
            <a:extLst>
              <a:ext uri="{FF2B5EF4-FFF2-40B4-BE49-F238E27FC236}">
                <a16:creationId xmlns:a16="http://schemas.microsoft.com/office/drawing/2014/main" id="{E654825E-129C-4BA1-962E-8E20CAB9C2D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571020" y="3089596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32" name="Content e">
            <a:extLst>
              <a:ext uri="{FF2B5EF4-FFF2-40B4-BE49-F238E27FC236}">
                <a16:creationId xmlns:a16="http://schemas.microsoft.com/office/drawing/2014/main" id="{7C94DF7D-A98C-4962-94C8-FA53A0D2B1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9687" y="2854728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Icon f">
            <a:extLst>
              <a:ext uri="{FF2B5EF4-FFF2-40B4-BE49-F238E27FC236}">
                <a16:creationId xmlns:a16="http://schemas.microsoft.com/office/drawing/2014/main" id="{075A7AD1-38EE-4AE3-916D-E215F88270C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571020" y="4520482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34" name="Content f">
            <a:extLst>
              <a:ext uri="{FF2B5EF4-FFF2-40B4-BE49-F238E27FC236}">
                <a16:creationId xmlns:a16="http://schemas.microsoft.com/office/drawing/2014/main" id="{0253021D-56CE-4F99-B6E1-4749AAE24E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49687" y="4285614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DC9C09-63FB-0B3D-BFC5-31CDE135EA51}"/>
              </a:ext>
            </a:extLst>
          </p:cNvPr>
          <p:cNvSpPr/>
          <p:nvPr userDrawn="1"/>
        </p:nvSpPr>
        <p:spPr>
          <a:xfrm>
            <a:off x="0" y="1090613"/>
            <a:ext cx="528637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2E2025-718C-DA13-430D-A93F94C27119}"/>
              </a:ext>
            </a:extLst>
          </p:cNvPr>
          <p:cNvSpPr/>
          <p:nvPr userDrawn="1"/>
        </p:nvSpPr>
        <p:spPr>
          <a:xfrm>
            <a:off x="11663363" y="1090613"/>
            <a:ext cx="528637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875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E71CD-DC6A-4819-8FAA-1E535AA5B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4791" y="1090613"/>
            <a:ext cx="4540700" cy="4676776"/>
          </a:xfrm>
        </p:spPr>
        <p:txBody>
          <a:bodyPr lIns="0" tIns="0" rIns="0" bIns="0" anchor="ctr" anchorCtr="0">
            <a:normAutofit/>
          </a:bodyPr>
          <a:lstStyle>
            <a:lvl1pPr algn="l">
              <a:defRPr sz="4400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CA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9E242E1-B48F-48F8-9262-7B3D09885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337FD1-DF2A-D99F-C3EA-1CDC8C810A69}"/>
              </a:ext>
            </a:extLst>
          </p:cNvPr>
          <p:cNvSpPr/>
          <p:nvPr userDrawn="1"/>
        </p:nvSpPr>
        <p:spPr>
          <a:xfrm>
            <a:off x="0" y="1090613"/>
            <a:ext cx="528637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94EFF3-A3E7-145D-0E00-5873261F0CEA}"/>
              </a:ext>
            </a:extLst>
          </p:cNvPr>
          <p:cNvSpPr/>
          <p:nvPr userDrawn="1"/>
        </p:nvSpPr>
        <p:spPr>
          <a:xfrm>
            <a:off x="1213076" y="1090613"/>
            <a:ext cx="1057275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D19B6B-30E5-37D0-1BD3-781E047C8570}"/>
              </a:ext>
            </a:extLst>
          </p:cNvPr>
          <p:cNvSpPr/>
          <p:nvPr userDrawn="1"/>
        </p:nvSpPr>
        <p:spPr>
          <a:xfrm>
            <a:off x="8179932" y="1090613"/>
            <a:ext cx="1057275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26DEC-9529-ECDE-6B80-045F22AE5A9F}"/>
              </a:ext>
            </a:extLst>
          </p:cNvPr>
          <p:cNvSpPr/>
          <p:nvPr userDrawn="1"/>
        </p:nvSpPr>
        <p:spPr>
          <a:xfrm>
            <a:off x="9921646" y="1090613"/>
            <a:ext cx="1057275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CCD1E9-2BE9-2B90-0E76-8FC01394840D}"/>
              </a:ext>
            </a:extLst>
          </p:cNvPr>
          <p:cNvSpPr/>
          <p:nvPr userDrawn="1"/>
        </p:nvSpPr>
        <p:spPr>
          <a:xfrm>
            <a:off x="11663363" y="1090613"/>
            <a:ext cx="528637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44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E71CD-DC6A-4819-8FAA-1E535AA5B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4791" y="1090612"/>
            <a:ext cx="4540700" cy="2338388"/>
          </a:xfrm>
        </p:spPr>
        <p:txBody>
          <a:bodyPr lIns="0" tIns="0" rIns="0" bIns="0" anchor="b" anchorCtr="0">
            <a:normAutofit/>
          </a:bodyPr>
          <a:lstStyle>
            <a:lvl1pPr algn="l">
              <a:defRPr sz="4400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CA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9E242E1-B48F-48F8-9262-7B3D09885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337FD1-DF2A-D99F-C3EA-1CDC8C810A69}"/>
              </a:ext>
            </a:extLst>
          </p:cNvPr>
          <p:cNvSpPr/>
          <p:nvPr userDrawn="1"/>
        </p:nvSpPr>
        <p:spPr>
          <a:xfrm>
            <a:off x="0" y="1090613"/>
            <a:ext cx="528637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94EFF3-A3E7-145D-0E00-5873261F0CEA}"/>
              </a:ext>
            </a:extLst>
          </p:cNvPr>
          <p:cNvSpPr/>
          <p:nvPr userDrawn="1"/>
        </p:nvSpPr>
        <p:spPr>
          <a:xfrm>
            <a:off x="1213076" y="1090613"/>
            <a:ext cx="1057275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D19B6B-30E5-37D0-1BD3-781E047C8570}"/>
              </a:ext>
            </a:extLst>
          </p:cNvPr>
          <p:cNvSpPr/>
          <p:nvPr userDrawn="1"/>
        </p:nvSpPr>
        <p:spPr>
          <a:xfrm>
            <a:off x="8179932" y="1090613"/>
            <a:ext cx="1057275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26DEC-9529-ECDE-6B80-045F22AE5A9F}"/>
              </a:ext>
            </a:extLst>
          </p:cNvPr>
          <p:cNvSpPr/>
          <p:nvPr userDrawn="1"/>
        </p:nvSpPr>
        <p:spPr>
          <a:xfrm>
            <a:off x="9921646" y="1090613"/>
            <a:ext cx="1057275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CCD1E9-2BE9-2B90-0E76-8FC01394840D}"/>
              </a:ext>
            </a:extLst>
          </p:cNvPr>
          <p:cNvSpPr/>
          <p:nvPr userDrawn="1"/>
        </p:nvSpPr>
        <p:spPr>
          <a:xfrm>
            <a:off x="11663363" y="1090613"/>
            <a:ext cx="528637" cy="4676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BA5E36CE-2ADC-8B0F-A6D2-A5E945CA6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54790" y="3428999"/>
            <a:ext cx="4540700" cy="2338387"/>
          </a:xfrm>
        </p:spPr>
        <p:txBody>
          <a:bodyPr lIns="0" tIns="180000" rIns="0" b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807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8975D7-3250-491D-A331-BF6AC897DC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415837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FE71CD-DC6A-4819-8FAA-1E535AA5B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049" y="4158374"/>
            <a:ext cx="11413851" cy="1889127"/>
          </a:xfrm>
          <a:noFill/>
        </p:spPr>
        <p:txBody>
          <a:bodyPr lIns="0" tIns="180000" rIns="0" bIns="180000" anchor="b" anchorCtr="0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9D26D-B5D5-483E-890D-3729BD4F7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073214-A7F7-4FCA-A212-A410235E1AC8}"/>
              </a:ext>
            </a:extLst>
          </p:cNvPr>
          <p:cNvGrpSpPr/>
          <p:nvPr userDrawn="1"/>
        </p:nvGrpSpPr>
        <p:grpSpPr>
          <a:xfrm>
            <a:off x="359049" y="6047501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B79BAF19-4150-CEB8-4961-05BF395CA00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50C489F-6467-3411-2A49-5881165DE9A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A33E85-ED5F-7AA1-E906-A2C672D39D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7917E8-EA78-8186-6077-D6D241313A7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A5ECB6-496C-0CEE-DFC9-509A3E27F8D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E535DB-AFF0-930E-5EC7-2AF70E93D4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B717B8-727A-BFF0-7AE3-37DBDE3633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70996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ABAA8FA-EDFC-434F-BE3A-81F4D91E8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049" y="117001"/>
            <a:ext cx="11482431" cy="3036334"/>
          </a:xfrm>
        </p:spPr>
        <p:txBody>
          <a:bodyPr lIns="0" rIns="0">
            <a:normAutofit/>
          </a:bodyPr>
          <a:lstStyle>
            <a:lvl1pPr algn="l">
              <a:defRPr sz="4800"/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70BC8AA0-95C5-4328-8359-5B091D4E3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049" y="3429000"/>
            <a:ext cx="11482431" cy="2618501"/>
          </a:xfrm>
        </p:spPr>
        <p:txBody>
          <a:bodyPr lIns="0" rIns="0">
            <a:normAutofit/>
          </a:bodyPr>
          <a:lstStyle>
            <a:lvl1pPr marL="0" indent="0" algn="l">
              <a:buNone/>
              <a:defRPr>
                <a:solidFill>
                  <a:schemeClr val="accent2"/>
                </a:solidFill>
              </a:defRPr>
            </a:lvl1pPr>
          </a:lstStyle>
          <a:p>
            <a:pPr lvl="0">
              <a:spcAft>
                <a:spcPts val="1200"/>
              </a:spcAft>
            </a:pPr>
            <a:r>
              <a:rPr lang="en-US" sz="3200">
                <a:solidFill>
                  <a:srgbClr val="FFFFFF"/>
                </a:solidFill>
              </a:rPr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2B29B56-DA93-4220-A5CC-308F699BD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53412C-2002-1AD7-C8C1-BD2A5170EEC3}"/>
              </a:ext>
            </a:extLst>
          </p:cNvPr>
          <p:cNvGrpSpPr/>
          <p:nvPr userDrawn="1"/>
        </p:nvGrpSpPr>
        <p:grpSpPr>
          <a:xfrm>
            <a:off x="359049" y="6047501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C8F65383-16C2-1FB0-3F51-082C36DE90B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A0138CD6-E465-65AF-2791-6AFCC649C82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A5E0D08-3D24-1863-C52C-9D5FD9BCD7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FB3F73-C07B-FEA6-7ABA-527B9913C89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4136CA-A5A2-A996-47D9-7F8B692764C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96B692-39DE-3EC5-D045-71B646D3B3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7C0918-77D0-C44D-3370-218D3ED295C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6362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a">
            <a:extLst>
              <a:ext uri="{FF2B5EF4-FFF2-40B4-BE49-F238E27FC236}">
                <a16:creationId xmlns:a16="http://schemas.microsoft.com/office/drawing/2014/main" id="{919E2A4C-9C42-4ACB-B628-96C5ACF24FD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2714636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3" name="Content b">
            <a:extLst>
              <a:ext uri="{FF2B5EF4-FFF2-40B4-BE49-F238E27FC236}">
                <a16:creationId xmlns:a16="http://schemas.microsoft.com/office/drawing/2014/main" id="{B49B6FD4-5BFF-4E2E-9C87-DEBEDB28606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31850" y="3884847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4" name="Content c">
            <a:extLst>
              <a:ext uri="{FF2B5EF4-FFF2-40B4-BE49-F238E27FC236}">
                <a16:creationId xmlns:a16="http://schemas.microsoft.com/office/drawing/2014/main" id="{0537B91F-ED35-4914-A776-A0BBFB5ED29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1850" y="5055058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5" name="Content d">
            <a:extLst>
              <a:ext uri="{FF2B5EF4-FFF2-40B4-BE49-F238E27FC236}">
                <a16:creationId xmlns:a16="http://schemas.microsoft.com/office/drawing/2014/main" id="{0C96E1A5-0A31-4E74-BD26-97768C4BD42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670632" y="2714636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6" name="Content e">
            <a:extLst>
              <a:ext uri="{FF2B5EF4-FFF2-40B4-BE49-F238E27FC236}">
                <a16:creationId xmlns:a16="http://schemas.microsoft.com/office/drawing/2014/main" id="{03EB7FB7-E895-4A17-A409-CCE0FBC7EFA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670632" y="3884847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7" name="Content f">
            <a:extLst>
              <a:ext uri="{FF2B5EF4-FFF2-40B4-BE49-F238E27FC236}">
                <a16:creationId xmlns:a16="http://schemas.microsoft.com/office/drawing/2014/main" id="{6699D292-7B36-4472-972B-59869C2DB15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670632" y="5055058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B2305B8-94AD-4CB0-AF73-8CE5FC4C4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7C8B1F4-7BF5-0A2E-05DE-30E6536F860D}"/>
              </a:ext>
            </a:extLst>
          </p:cNvPr>
          <p:cNvGrpSpPr/>
          <p:nvPr userDrawn="1"/>
        </p:nvGrpSpPr>
        <p:grpSpPr>
          <a:xfrm>
            <a:off x="359049" y="0"/>
            <a:ext cx="4116757" cy="810500"/>
            <a:chOff x="383243" y="4451"/>
            <a:chExt cx="4116757" cy="810500"/>
          </a:xfrm>
          <a:solidFill>
            <a:schemeClr val="accent2"/>
          </a:solidFill>
        </p:grpSpPr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E31B44B0-AE95-2807-4087-4306E1AA44A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27AD456-93C9-0C73-FAF5-E68FE20003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52E9F3-9304-A126-35FD-D12B59DDE7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604E04-6E31-EE92-AB0D-CA54671E6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4CC499-5FE3-4BF8-99A9-E62AFDEE313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FCE824-6BC6-D88D-A584-4D97BEBC12F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654C26-44B6-A17C-4BD3-1E063E32751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0" name="Title">
            <a:extLst>
              <a:ext uri="{FF2B5EF4-FFF2-40B4-BE49-F238E27FC236}">
                <a16:creationId xmlns:a16="http://schemas.microsoft.com/office/drawing/2014/main" id="{10CB5A64-276F-BA12-B589-F3BEC6F3D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242" y="814951"/>
            <a:ext cx="11425516" cy="1048137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820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10FE4-544A-483E-A8DB-2E8BEE2AA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67D2B-6AF1-440C-A17E-1897AB533E7F}" type="datetimeFigureOut">
              <a:rPr lang="en-CA" smtClean="0"/>
              <a:t>2026-07-13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80202-6D5D-40CB-9722-E7D92C7D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C40726-7E82-4D37-9CC6-A279A99A2549}"/>
              </a:ext>
            </a:extLst>
          </p:cNvPr>
          <p:cNvSpPr txBox="1">
            <a:spLocks/>
          </p:cNvSpPr>
          <p:nvPr userDrawn="1"/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10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0D17F-0B7F-457A-975B-F3B7482EB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B9698-157E-45C6-BCA3-EF5569D5E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31AD3-ADF7-474F-9828-CAE5AEB7B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67D2B-6AF1-440C-A17E-1897AB533E7F}" type="datetimeFigureOut">
              <a:rPr lang="en-CA" smtClean="0"/>
              <a:t>2026-07-13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88C56-B15F-4B7B-A351-2D1D2CBF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046CA77-C668-434E-BC4A-320518D24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C39CE-BFB6-4B5C-A3F2-F05151101E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068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65" r:id="rId2"/>
    <p:sldLayoutId id="2147483650" r:id="rId3"/>
    <p:sldLayoutId id="2147483666" r:id="rId4"/>
    <p:sldLayoutId id="2147483662" r:id="rId5"/>
    <p:sldLayoutId id="2147483677" r:id="rId6"/>
    <p:sldLayoutId id="2147483676" r:id="rId7"/>
    <p:sldLayoutId id="2147483678" r:id="rId8"/>
    <p:sldLayoutId id="2147483664" r:id="rId9"/>
    <p:sldLayoutId id="2147483679" r:id="rId10"/>
    <p:sldLayoutId id="2147483663" r:id="rId11"/>
    <p:sldLayoutId id="2147483673" r:id="rId12"/>
    <p:sldLayoutId id="2147483661" r:id="rId13"/>
    <p:sldLayoutId id="2147483667" r:id="rId14"/>
    <p:sldLayoutId id="2147483669" r:id="rId15"/>
    <p:sldLayoutId id="2147483670" r:id="rId16"/>
    <p:sldLayoutId id="2147483651" r:id="rId17"/>
    <p:sldLayoutId id="2147483685" r:id="rId18"/>
    <p:sldLayoutId id="2147483684" r:id="rId19"/>
    <p:sldLayoutId id="2147483672" r:id="rId20"/>
    <p:sldLayoutId id="2147483668" r:id="rId21"/>
    <p:sldLayoutId id="2147483655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828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9D4777-58A5-6D3A-9781-1FD33EE4A3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Pensioner Migration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AE4707-35C2-8B98-68B0-4705CD490E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63501" y="5003179"/>
            <a:ext cx="3116263" cy="219731"/>
          </a:xfrm>
        </p:spPr>
        <p:txBody>
          <a:bodyPr>
            <a:normAutofit/>
          </a:bodyPr>
          <a:lstStyle/>
          <a:p>
            <a:r>
              <a:rPr lang="en-US" sz="1400" b="1"/>
              <a:t>SuccessFactors Employee Central</a:t>
            </a:r>
            <a:endParaRPr lang="en-CA" sz="1400" b="1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6C2BA8-E455-6EE8-F246-8AFD2CAFDC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63501" y="5360406"/>
            <a:ext cx="3116263" cy="294634"/>
          </a:xfrm>
        </p:spPr>
        <p:txBody>
          <a:bodyPr/>
          <a:lstStyle/>
          <a:p>
            <a:r>
              <a:rPr lang="en-US" sz="1000" b="1"/>
              <a:t>Jun 19, 2026</a:t>
            </a:r>
            <a:endParaRPr lang="en-US" sz="1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0DE5D-E471-3520-F04A-E88050073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3501" y="4116651"/>
            <a:ext cx="3116206" cy="749033"/>
          </a:xfrm>
        </p:spPr>
        <p:txBody>
          <a:bodyPr>
            <a:normAutofit/>
          </a:bodyPr>
          <a:lstStyle/>
          <a:p>
            <a:r>
              <a:rPr lang="en-US"/>
              <a:t>WS2 – EC Pensioner Changes</a:t>
            </a:r>
          </a:p>
        </p:txBody>
      </p:sp>
    </p:spTree>
    <p:extLst>
      <p:ext uri="{BB962C8B-B14F-4D97-AF65-F5344CB8AC3E}">
        <p14:creationId xmlns:p14="http://schemas.microsoft.com/office/powerpoint/2010/main" val="3020219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9A1875D-5BA6-13BB-F834-C528E007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Agenda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CF027C-5DC3-F185-24E4-5C8D2B01A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5231" y="264543"/>
            <a:ext cx="7182702" cy="5536966"/>
          </a:xfrm>
        </p:spPr>
        <p:txBody>
          <a:bodyPr/>
          <a:lstStyle/>
          <a:p>
            <a:r>
              <a:rPr lang="en-CA">
                <a:solidFill>
                  <a:schemeClr val="bg1"/>
                </a:solidFill>
              </a:rPr>
              <a:t>Introduction/Objectives</a:t>
            </a:r>
          </a:p>
          <a:p>
            <a:r>
              <a:rPr lang="en-CA">
                <a:solidFill>
                  <a:schemeClr val="bg1"/>
                </a:solidFill>
              </a:rPr>
              <a:t>IT9000/0169 Design</a:t>
            </a:r>
          </a:p>
          <a:p>
            <a:r>
              <a:rPr lang="en-CA">
                <a:solidFill>
                  <a:schemeClr val="bg1"/>
                </a:solidFill>
              </a:rPr>
              <a:t>Power of Attorney</a:t>
            </a:r>
          </a:p>
          <a:p>
            <a:r>
              <a:rPr lang="en-CA">
                <a:solidFill>
                  <a:schemeClr val="bg1"/>
                </a:solidFill>
              </a:rPr>
              <a:t>Field Level/Picklist Review – Pensioner Identifiers</a:t>
            </a:r>
          </a:p>
          <a:p>
            <a:r>
              <a:rPr lang="en-CA">
                <a:solidFill>
                  <a:schemeClr val="bg1"/>
                </a:solidFill>
              </a:rPr>
              <a:t>IT0014/15 permissions</a:t>
            </a:r>
          </a:p>
          <a:p>
            <a:r>
              <a:rPr lang="en-CA">
                <a:solidFill>
                  <a:schemeClr val="bg1"/>
                </a:solidFill>
              </a:rPr>
              <a:t>RAID Review</a:t>
            </a:r>
          </a:p>
        </p:txBody>
      </p:sp>
    </p:spTree>
    <p:extLst>
      <p:ext uri="{BB962C8B-B14F-4D97-AF65-F5344CB8AC3E}">
        <p14:creationId xmlns:p14="http://schemas.microsoft.com/office/powerpoint/2010/main" val="3734143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B562F-6F89-95AB-F4A8-A4470A41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93A7-6790-56C0-98DE-2B10CAB6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261" y="498505"/>
            <a:ext cx="11927457" cy="599366"/>
          </a:xfrm>
        </p:spPr>
        <p:txBody>
          <a:bodyPr/>
          <a:lstStyle/>
          <a:p>
            <a:r>
              <a:rPr lang="en-CA" b="1"/>
              <a:t>Objectives</a:t>
            </a:r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79D08-FF09-D737-CD49-F7DF84821464}"/>
              </a:ext>
            </a:extLst>
          </p:cNvPr>
          <p:cNvSpPr txBox="1"/>
          <p:nvPr/>
        </p:nvSpPr>
        <p:spPr>
          <a:xfrm>
            <a:off x="536436" y="2048496"/>
            <a:ext cx="1110333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>
                <a:solidFill>
                  <a:schemeClr val="bg1"/>
                </a:solidFill>
                <a:latin typeface="Calibri Light"/>
                <a:cs typeface="Calibri"/>
              </a:rPr>
              <a:t>Design custom MDF objects for IT9000 and IT0169</a:t>
            </a:r>
          </a:p>
          <a:p>
            <a:pPr marL="342900" indent="-342900">
              <a:buFont typeface="+mj-lt"/>
              <a:buAutoNum type="arabicPeriod"/>
            </a:pPr>
            <a:endParaRPr lang="en-US" b="1">
              <a:solidFill>
                <a:schemeClr val="bg1"/>
              </a:solidFill>
              <a:latin typeface="Calibri Light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>
                <a:solidFill>
                  <a:schemeClr val="bg1"/>
                </a:solidFill>
                <a:latin typeface="Calibri Light"/>
                <a:cs typeface="Calibri"/>
              </a:rPr>
              <a:t>Determine where to store Power of Attorney info (custom field, custom MDF?)</a:t>
            </a:r>
          </a:p>
          <a:p>
            <a:pPr marL="342900" indent="-342900">
              <a:buFont typeface="+mj-lt"/>
              <a:buAutoNum type="arabicPeriod"/>
            </a:pPr>
            <a:endParaRPr lang="en-US" b="1">
              <a:solidFill>
                <a:schemeClr val="bg1"/>
              </a:solidFill>
              <a:latin typeface="Calibri Light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>
                <a:solidFill>
                  <a:schemeClr val="bg1"/>
                </a:solidFill>
                <a:latin typeface="Calibri Light"/>
                <a:cs typeface="Calibri"/>
              </a:rPr>
              <a:t>Review employee data attributes and determine where we need pensioner specific identifiers</a:t>
            </a:r>
          </a:p>
          <a:p>
            <a:pPr marL="342900" indent="-342900">
              <a:buFont typeface="+mj-lt"/>
              <a:buAutoNum type="arabicPeriod"/>
            </a:pPr>
            <a:endParaRPr lang="en-US" b="1">
              <a:solidFill>
                <a:schemeClr val="bg1"/>
              </a:solidFill>
              <a:latin typeface="Calibri Light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>
                <a:solidFill>
                  <a:schemeClr val="bg1"/>
                </a:solidFill>
                <a:latin typeface="Calibri Light"/>
                <a:cs typeface="Calibri"/>
              </a:rPr>
              <a:t>Discuss RBP impacts of mastering all IT0014/IT0015 WT‘s in SF</a:t>
            </a:r>
          </a:p>
        </p:txBody>
      </p:sp>
      <p:pic>
        <p:nvPicPr>
          <p:cNvPr id="4" name="Graphic 3" descr="Bullseye with solid fill">
            <a:extLst>
              <a:ext uri="{FF2B5EF4-FFF2-40B4-BE49-F238E27FC236}">
                <a16:creationId xmlns:a16="http://schemas.microsoft.com/office/drawing/2014/main" id="{A8486BA0-7446-1695-CF96-F05770BB5D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7054" y="109787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4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579B19-AF08-A7F1-9312-6CED6FDF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IT9000 and IT0169 Design</a:t>
            </a:r>
          </a:p>
        </p:txBody>
      </p:sp>
      <p:graphicFrame>
        <p:nvGraphicFramePr>
          <p:cNvPr id="4" name="SmartArt Placeholder 3">
            <a:extLst>
              <a:ext uri="{FF2B5EF4-FFF2-40B4-BE49-F238E27FC236}">
                <a16:creationId xmlns:a16="http://schemas.microsoft.com/office/drawing/2014/main" id="{8083BF70-B3CD-8B32-17BC-5591EE5A19C3}"/>
              </a:ext>
            </a:extLst>
          </p:cNvPr>
          <p:cNvGraphicFramePr>
            <a:graphicFrameLocks noGrp="1"/>
          </p:cNvGraphicFramePr>
          <p:nvPr>
            <p:ph type="dgm" sz="quarter" idx="10"/>
            <p:extLst>
              <p:ext uri="{D42A27DB-BD31-4B8C-83A1-F6EECF244321}">
                <p14:modId xmlns:p14="http://schemas.microsoft.com/office/powerpoint/2010/main" val="1170304709"/>
              </p:ext>
            </p:extLst>
          </p:nvPr>
        </p:nvGraphicFramePr>
        <p:xfrm>
          <a:off x="382588" y="1863725"/>
          <a:ext cx="11426825" cy="4635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399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F61A6-9C71-3EC4-31CE-B52B54CA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9730-6E4C-46F4-1973-AEEC2224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758"/>
            <a:ext cx="12111487" cy="421087"/>
          </a:xfrm>
        </p:spPr>
        <p:txBody>
          <a:bodyPr/>
          <a:lstStyle/>
          <a:p>
            <a:r>
              <a:rPr lang="en-CA" sz="2800"/>
              <a:t>IT9000 (Event Records)</a:t>
            </a:r>
            <a:endParaRPr lang="en-CA" sz="28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DB7C90-3322-CB1F-CBC9-0354CF888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429995"/>
              </p:ext>
            </p:extLst>
          </p:nvPr>
        </p:nvGraphicFramePr>
        <p:xfrm>
          <a:off x="475342" y="697895"/>
          <a:ext cx="1118325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4107081654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2308678430"/>
                    </a:ext>
                  </a:extLst>
                </a:gridCol>
                <a:gridCol w="1032071">
                  <a:extLst>
                    <a:ext uri="{9D8B030D-6E8A-4147-A177-3AD203B41FA5}">
                      <a16:colId xmlns:a16="http://schemas.microsoft.com/office/drawing/2014/main" val="3564157857"/>
                    </a:ext>
                  </a:extLst>
                </a:gridCol>
                <a:gridCol w="1937657">
                  <a:extLst>
                    <a:ext uri="{9D8B030D-6E8A-4147-A177-3AD203B41FA5}">
                      <a16:colId xmlns:a16="http://schemas.microsoft.com/office/drawing/2014/main" val="287864394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3231533495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306872360"/>
                    </a:ext>
                  </a:extLst>
                </a:gridCol>
                <a:gridCol w="2775855">
                  <a:extLst>
                    <a:ext uri="{9D8B030D-6E8A-4147-A177-3AD203B41FA5}">
                      <a16:colId xmlns:a16="http://schemas.microsoft.com/office/drawing/2014/main" val="3740459245"/>
                    </a:ext>
                  </a:extLst>
                </a:gridCol>
              </a:tblGrid>
              <a:tr h="151087">
                <a:tc>
                  <a:txBody>
                    <a:bodyPr/>
                    <a:lstStyle/>
                    <a:p>
                      <a:r>
                        <a:rPr lang="en-US" sz="105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Mandatory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Max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Decimal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358612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r>
                        <a:rPr lang="en-US" sz="1050"/>
                        <a:t>External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36724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r>
                        <a:rPr lang="en-US" sz="1050"/>
                        <a:t>Effective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999799"/>
                  </a:ext>
                </a:extLst>
              </a:tr>
              <a:tr h="196659">
                <a:tc>
                  <a:txBody>
                    <a:bodyPr/>
                    <a:lstStyle/>
                    <a:p>
                      <a:r>
                        <a:rPr lang="en-US" sz="1050"/>
                        <a:t>Effective End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Delimit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028324"/>
                  </a:ext>
                </a:extLst>
              </a:tr>
              <a:tr h="196659">
                <a:tc>
                  <a:txBody>
                    <a:bodyPr/>
                    <a:lstStyle/>
                    <a:p>
                      <a:r>
                        <a:rPr lang="en-US" sz="1050"/>
                        <a:t>Last Changed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323206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r>
                        <a:rPr lang="en-US" sz="1050"/>
                        <a:t>Last Changed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58146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r>
                        <a:rPr lang="en-US" sz="1050"/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Free text, large text field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525112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Pension Dates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299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7N Tech Pen Serv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677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7S Pens Plan Code Eff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11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03 Pens fund re-entry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092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7P 1.5% Add Flex 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57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7Q 35 years of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680591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Event Records (Config UI section)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201783"/>
                  </a:ext>
                </a:extLst>
              </a:tr>
              <a:tr h="176704">
                <a:tc>
                  <a:txBody>
                    <a:bodyPr/>
                    <a:lstStyle/>
                    <a:p>
                      <a:r>
                        <a:rPr lang="en-US" sz="1050"/>
                        <a:t>Event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Cust_it9000_eventType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DTH – Death</a:t>
                      </a:r>
                      <a:br>
                        <a:rPr lang="en-US" sz="1050"/>
                      </a:br>
                      <a:r>
                        <a:rPr lang="en-US" sz="1050"/>
                        <a:t>RET – Retirement</a:t>
                      </a:r>
                      <a:br>
                        <a:rPr lang="en-US" sz="1050"/>
                      </a:br>
                      <a:r>
                        <a:rPr lang="en-US" sz="1050"/>
                        <a:t>TRM – Termination with package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035188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r>
                        <a:rPr lang="en-US" sz="1050"/>
                        <a:t>Event Effective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614219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r>
                        <a:rPr lang="en-US" sz="1050"/>
                        <a:t>Long Service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Rule: No entry &gt; 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166282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AC864D-C4ED-22FD-CF3C-3266F4CA448F}"/>
              </a:ext>
            </a:extLst>
          </p:cNvPr>
          <p:cNvSpPr/>
          <p:nvPr/>
        </p:nvSpPr>
        <p:spPr>
          <a:xfrm>
            <a:off x="4942114" y="5671457"/>
            <a:ext cx="6716486" cy="9688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/>
              <a:t>Rules:</a:t>
            </a:r>
          </a:p>
          <a:p>
            <a:r>
              <a:rPr lang="en-US" sz="1200"/>
              <a:t>- Upon initial creation, when value for 7N is populated, also populate 7S, 03 and 7P with same date</a:t>
            </a:r>
          </a:p>
        </p:txBody>
      </p:sp>
    </p:spTree>
    <p:extLst>
      <p:ext uri="{BB962C8B-B14F-4D97-AF65-F5344CB8AC3E}">
        <p14:creationId xmlns:p14="http://schemas.microsoft.com/office/powerpoint/2010/main" val="166551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E0A5E-F5C0-8A3E-BA34-960D55FD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E9CB-80A7-F425-9AD2-0B360643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758"/>
            <a:ext cx="12111487" cy="421087"/>
          </a:xfrm>
        </p:spPr>
        <p:txBody>
          <a:bodyPr/>
          <a:lstStyle/>
          <a:p>
            <a:r>
              <a:rPr lang="en-CA"/>
              <a:t>IT0169 (Savings Plans) Design</a:t>
            </a:r>
            <a:endParaRPr lang="en-CA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13A546-C7EF-A2A7-E800-2C2D7934F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76249"/>
              </p:ext>
            </p:extLst>
          </p:nvPr>
        </p:nvGraphicFramePr>
        <p:xfrm>
          <a:off x="475342" y="697895"/>
          <a:ext cx="1118325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4107081654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2308678430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3564157857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368483620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1635137355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3048814323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105773387"/>
                    </a:ext>
                  </a:extLst>
                </a:gridCol>
              </a:tblGrid>
              <a:tr h="159624">
                <a:tc>
                  <a:txBody>
                    <a:bodyPr/>
                    <a:lstStyle/>
                    <a:p>
                      <a:r>
                        <a:rPr lang="en-US" sz="105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Mandatory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Max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Decimal Precision</a:t>
                      </a:r>
                    </a:p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35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External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36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Effective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999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Effective End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Delimit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170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Last Changed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323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Last Changed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58146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Plan Data: General Plan Data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201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Benefit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/>
                        <a:t>Cust_benArea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Default to 7A – Bank of Canada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614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Plan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/>
                        <a:t>Cust_planType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Default to PENS – Pension Savings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166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/>
                        <a:t>Cust_plan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918597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Plan Data: Planning Parameters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814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EE Contr. 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/>
                        <a:t>Cust_EEcontrVar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Default to CON1 – </a:t>
                      </a:r>
                      <a:r>
                        <a:rPr lang="en-US" sz="1050" err="1"/>
                        <a:t>DBen</a:t>
                      </a:r>
                      <a:r>
                        <a:rPr lang="en-US" sz="1050"/>
                        <a:t> Contrib. Rule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892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ER Contr. 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239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Vesting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/>
                        <a:t>Cust_vestingRule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Default to VESO - Vesting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710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Investment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357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43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E457-F49B-9F14-42CE-7E78B57FF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5F67-CBFE-E9A8-5E8E-AE3FB043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758"/>
            <a:ext cx="12111487" cy="421087"/>
          </a:xfrm>
        </p:spPr>
        <p:txBody>
          <a:bodyPr/>
          <a:lstStyle/>
          <a:p>
            <a:r>
              <a:rPr lang="en-CA"/>
              <a:t>IT0169 (Savings Plans) Design</a:t>
            </a:r>
            <a:endParaRPr lang="en-CA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3FC9D9-73B1-2DD5-3B37-0DC46B300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944139"/>
              </p:ext>
            </p:extLst>
          </p:nvPr>
        </p:nvGraphicFramePr>
        <p:xfrm>
          <a:off x="304800" y="622663"/>
          <a:ext cx="1118325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4107081654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2308678430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3564157857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368483620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1635137355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3048814323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105773387"/>
                    </a:ext>
                  </a:extLst>
                </a:gridCol>
              </a:tblGrid>
              <a:tr h="159624">
                <a:tc>
                  <a:txBody>
                    <a:bodyPr/>
                    <a:lstStyle/>
                    <a:p>
                      <a:r>
                        <a:rPr lang="en-US" sz="105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Mandatory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Max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Decimal Precision</a:t>
                      </a:r>
                    </a:p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358612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Administration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201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Eligible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Original record start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614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Elig. override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166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Participation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918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Type of enrollment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/>
                        <a:t>Cust_enrollmentType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Default to Manually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892656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Regular Contrib.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239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b="1"/>
                        <a:t>Reference Period for Contr.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43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b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 –read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Default to Bi-weekly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84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b="1"/>
                        <a:t>Pre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Header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710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357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Y - editable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See lookup logic below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828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27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/>
                        <a:t>Post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Header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39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230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Y - editable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See lookup logic below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010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747533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CC4FDC7-A703-A29E-4D20-B6EC19D37282}"/>
              </a:ext>
            </a:extLst>
          </p:cNvPr>
          <p:cNvSpPr/>
          <p:nvPr/>
        </p:nvSpPr>
        <p:spPr>
          <a:xfrm>
            <a:off x="4771570" y="5460361"/>
            <a:ext cx="6716486" cy="1284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/>
              <a:t>Plan = DBEN then PreTaxAmt = 8.7 and </a:t>
            </a:r>
            <a:r>
              <a:rPr lang="en-US" sz="1100" err="1"/>
              <a:t>PostTaxAmt</a:t>
            </a:r>
            <a:r>
              <a:rPr lang="en-US" sz="1100"/>
              <a:t> = 11.5</a:t>
            </a:r>
            <a:br>
              <a:rPr lang="en-US" sz="1100"/>
            </a:br>
            <a:r>
              <a:rPr lang="en-US" sz="1100"/>
              <a:t>Plan = 12DB then PreTaxAmt = 8.0 and </a:t>
            </a:r>
            <a:r>
              <a:rPr lang="en-US" sz="1100" err="1"/>
              <a:t>PostTaxAmt</a:t>
            </a:r>
            <a:r>
              <a:rPr lang="en-US" sz="1100"/>
              <a:t> = 10.5</a:t>
            </a:r>
            <a:br>
              <a:rPr lang="en-US" sz="1100"/>
            </a:br>
            <a:br>
              <a:rPr lang="en-US" sz="1100"/>
            </a:br>
            <a:r>
              <a:rPr lang="en-US" sz="1100"/>
              <a:t>Maintain Pre and Post tax percentages in lookup table object</a:t>
            </a:r>
          </a:p>
          <a:p>
            <a:endParaRPr lang="en-US" sz="1100"/>
          </a:p>
          <a:p>
            <a:r>
              <a:rPr lang="en-US" sz="1100"/>
              <a:t>Check if we can look at 35yrs service = yes in IT9000 and if so then adjust percentages </a:t>
            </a:r>
          </a:p>
        </p:txBody>
      </p:sp>
    </p:spTree>
    <p:extLst>
      <p:ext uri="{BB962C8B-B14F-4D97-AF65-F5344CB8AC3E}">
        <p14:creationId xmlns:p14="http://schemas.microsoft.com/office/powerpoint/2010/main" val="3662721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6D01D-2CD5-7F6A-29A0-72FE120A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302C-A939-E80B-1A0C-465FE4DE5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758"/>
            <a:ext cx="12111487" cy="421087"/>
          </a:xfrm>
        </p:spPr>
        <p:txBody>
          <a:bodyPr/>
          <a:lstStyle/>
          <a:p>
            <a:r>
              <a:rPr lang="en-CA"/>
              <a:t>IT0169 (Savings Plans) Design</a:t>
            </a:r>
            <a:endParaRPr lang="en-CA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E50163-7FE1-AFE5-9D7D-838BA4908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61197"/>
              </p:ext>
            </p:extLst>
          </p:nvPr>
        </p:nvGraphicFramePr>
        <p:xfrm>
          <a:off x="304800" y="754380"/>
          <a:ext cx="11183256" cy="267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4107081654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2308678430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3564157857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368483620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1635137355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3048814323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105773387"/>
                    </a:ext>
                  </a:extLst>
                </a:gridCol>
              </a:tblGrid>
              <a:tr h="159624">
                <a:tc>
                  <a:txBody>
                    <a:bodyPr/>
                    <a:lstStyle/>
                    <a:p>
                      <a:r>
                        <a:rPr lang="en-US" sz="105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Mandatory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Max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Decimal Precision</a:t>
                      </a:r>
                    </a:p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358612"/>
                  </a:ext>
                </a:extLst>
              </a:tr>
              <a:tr h="0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Bonus Contribution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201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b="1"/>
                        <a:t>Pre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r>
                        <a:rPr lang="en-US" sz="1050"/>
                        <a:t>Never filled out, maybe this can be excluded if we can default in the replication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614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166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Y - editable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918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892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/>
                        <a:t>Post 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43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84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Y - editable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710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N – 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357811"/>
                  </a:ext>
                </a:extLst>
              </a:tr>
            </a:tbl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5940B4-D2EE-46E2-5D1A-F007E75639C5}"/>
              </a:ext>
            </a:extLst>
          </p:cNvPr>
          <p:cNvSpPr/>
          <p:nvPr/>
        </p:nvSpPr>
        <p:spPr>
          <a:xfrm>
            <a:off x="304800" y="3762190"/>
            <a:ext cx="11183256" cy="1495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17736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71C5D-66CA-8E87-2A31-8C83EC6E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AFD2-BC58-7BD3-A186-AB03A5ED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758"/>
            <a:ext cx="12111487" cy="421087"/>
          </a:xfrm>
        </p:spPr>
        <p:txBody>
          <a:bodyPr/>
          <a:lstStyle/>
          <a:p>
            <a:r>
              <a:rPr lang="en-CA"/>
              <a:t>IT9000 and IT0169 Design</a:t>
            </a:r>
            <a:endParaRPr lang="en-CA" b="1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6773767-9C6C-6047-C10F-6C4EC3948D5F}"/>
              </a:ext>
            </a:extLst>
          </p:cNvPr>
          <p:cNvSpPr/>
          <p:nvPr/>
        </p:nvSpPr>
        <p:spPr>
          <a:xfrm>
            <a:off x="217713" y="620486"/>
            <a:ext cx="7293429" cy="4942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/>
              <a:t>Picklists:</a:t>
            </a:r>
          </a:p>
          <a:p>
            <a:endParaRPr lang="en-US" sz="1400"/>
          </a:p>
          <a:p>
            <a:r>
              <a:rPr lang="en-US" sz="1400"/>
              <a:t>Cust_IT9000_eventType</a:t>
            </a:r>
            <a:br>
              <a:rPr lang="en-US" sz="1400"/>
            </a:br>
            <a:endParaRPr lang="en-US" sz="1400"/>
          </a:p>
          <a:p>
            <a:r>
              <a:rPr lang="en-US" sz="1400"/>
              <a:t>DTH – Death</a:t>
            </a:r>
            <a:br>
              <a:rPr lang="en-US" sz="1400"/>
            </a:br>
            <a:r>
              <a:rPr lang="en-US" sz="1400"/>
              <a:t>RET – Retirement</a:t>
            </a:r>
            <a:br>
              <a:rPr lang="en-US" sz="1400"/>
            </a:br>
            <a:r>
              <a:rPr lang="en-US" sz="1400"/>
              <a:t>TRM – Termination with package request</a:t>
            </a:r>
          </a:p>
          <a:p>
            <a:endParaRPr lang="en-US" sz="1400"/>
          </a:p>
          <a:p>
            <a:r>
              <a:rPr lang="en-US" sz="1400" err="1"/>
              <a:t>Cust_plan</a:t>
            </a:r>
            <a:br>
              <a:rPr lang="en-US" sz="1400"/>
            </a:br>
            <a:br>
              <a:rPr lang="en-US" sz="1400"/>
            </a:br>
            <a:r>
              <a:rPr lang="en-US" sz="1400"/>
              <a:t>DBEN</a:t>
            </a:r>
          </a:p>
          <a:p>
            <a:r>
              <a:rPr lang="en-US" sz="1400"/>
              <a:t>12DB</a:t>
            </a:r>
            <a:br>
              <a:rPr lang="en-US" sz="1400"/>
            </a:br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90415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19596-D7C4-633E-B07B-1EB79695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B03008-8C22-D226-01B8-407160F0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Power of Attorney</a:t>
            </a:r>
          </a:p>
        </p:txBody>
      </p:sp>
      <p:graphicFrame>
        <p:nvGraphicFramePr>
          <p:cNvPr id="4" name="SmartArt Placeholder 3">
            <a:extLst>
              <a:ext uri="{FF2B5EF4-FFF2-40B4-BE49-F238E27FC236}">
                <a16:creationId xmlns:a16="http://schemas.microsoft.com/office/drawing/2014/main" id="{C3890F30-DA07-D806-F5F1-AC195B46497E}"/>
              </a:ext>
            </a:extLst>
          </p:cNvPr>
          <p:cNvGraphicFramePr>
            <a:graphicFrameLocks noGrp="1"/>
          </p:cNvGraphicFramePr>
          <p:nvPr>
            <p:ph type="dgm" sz="quarter" idx="10"/>
          </p:nvPr>
        </p:nvGraphicFramePr>
        <p:xfrm>
          <a:off x="382588" y="1863725"/>
          <a:ext cx="11426825" cy="4635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31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5EA3-D5CC-C92C-5BB4-4A4064FE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C114-2512-BA17-CDD9-1C16BB02A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758"/>
            <a:ext cx="12111487" cy="421087"/>
          </a:xfrm>
        </p:spPr>
        <p:txBody>
          <a:bodyPr/>
          <a:lstStyle/>
          <a:p>
            <a:r>
              <a:rPr lang="en-US"/>
              <a:t>Power of Attorney (IT0030)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1B9EA3-4E9C-ADA9-502C-A3FABDB4392C}"/>
              </a:ext>
            </a:extLst>
          </p:cNvPr>
          <p:cNvSpPr txBox="1"/>
          <p:nvPr/>
        </p:nvSpPr>
        <p:spPr>
          <a:xfrm>
            <a:off x="548640" y="914400"/>
            <a:ext cx="10413402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Requirements: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How many fields/what information is needed? </a:t>
            </a:r>
            <a:r>
              <a:rPr lang="en-US" b="1">
                <a:solidFill>
                  <a:schemeClr val="bg1"/>
                </a:solidFill>
                <a:ea typeface="Open Sans"/>
                <a:cs typeface="Open Sans"/>
              </a:rPr>
              <a:t>See next slide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Who updates this information?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Anyone else who needs to view this information?</a:t>
            </a:r>
          </a:p>
          <a:p>
            <a:endParaRPr lang="en-US">
              <a:solidFill>
                <a:schemeClr val="bg1"/>
              </a:solidFill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4313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8B0AA-9D8D-2C2D-5C6F-54B8EB7F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FD16A-823F-621D-6AB5-C679FCE5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758"/>
            <a:ext cx="12111487" cy="421087"/>
          </a:xfrm>
        </p:spPr>
        <p:txBody>
          <a:bodyPr/>
          <a:lstStyle/>
          <a:p>
            <a:r>
              <a:rPr lang="en-US"/>
              <a:t>Power of Attorney (IT0030)</a:t>
            </a:r>
            <a:endParaRPr lang="en-CA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F47203-ABE7-B280-895A-45BFD554A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933993"/>
              </p:ext>
            </p:extLst>
          </p:nvPr>
        </p:nvGraphicFramePr>
        <p:xfrm>
          <a:off x="350036" y="799832"/>
          <a:ext cx="1118325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7608">
                  <a:extLst>
                    <a:ext uri="{9D8B030D-6E8A-4147-A177-3AD203B41FA5}">
                      <a16:colId xmlns:a16="http://schemas.microsoft.com/office/drawing/2014/main" val="4107081654"/>
                    </a:ext>
                  </a:extLst>
                </a:gridCol>
                <a:gridCol w="1597608">
                  <a:extLst>
                    <a:ext uri="{9D8B030D-6E8A-4147-A177-3AD203B41FA5}">
                      <a16:colId xmlns:a16="http://schemas.microsoft.com/office/drawing/2014/main" val="2308678430"/>
                    </a:ext>
                  </a:extLst>
                </a:gridCol>
                <a:gridCol w="1032071">
                  <a:extLst>
                    <a:ext uri="{9D8B030D-6E8A-4147-A177-3AD203B41FA5}">
                      <a16:colId xmlns:a16="http://schemas.microsoft.com/office/drawing/2014/main" val="3564157857"/>
                    </a:ext>
                  </a:extLst>
                </a:gridCol>
                <a:gridCol w="1937657">
                  <a:extLst>
                    <a:ext uri="{9D8B030D-6E8A-4147-A177-3AD203B41FA5}">
                      <a16:colId xmlns:a16="http://schemas.microsoft.com/office/drawing/2014/main" val="287864394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3231533495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3306872360"/>
                    </a:ext>
                  </a:extLst>
                </a:gridCol>
                <a:gridCol w="2775855">
                  <a:extLst>
                    <a:ext uri="{9D8B030D-6E8A-4147-A177-3AD203B41FA5}">
                      <a16:colId xmlns:a16="http://schemas.microsoft.com/office/drawing/2014/main" val="3740459245"/>
                    </a:ext>
                  </a:extLst>
                </a:gridCol>
              </a:tblGrid>
              <a:tr h="151087">
                <a:tc>
                  <a:txBody>
                    <a:bodyPr/>
                    <a:lstStyle/>
                    <a:p>
                      <a:r>
                        <a:rPr lang="en-US" sz="105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Mandatory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Max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Decimal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358612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r>
                        <a:rPr lang="en-US" sz="1050"/>
                        <a:t>External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36724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r>
                        <a:rPr lang="en-US" sz="1050"/>
                        <a:t>Effective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999799"/>
                  </a:ext>
                </a:extLst>
              </a:tr>
              <a:tr h="196659">
                <a:tc>
                  <a:txBody>
                    <a:bodyPr/>
                    <a:lstStyle/>
                    <a:p>
                      <a:r>
                        <a:rPr lang="en-US" sz="1050"/>
                        <a:t>Effective End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Delimit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028324"/>
                  </a:ext>
                </a:extLst>
              </a:tr>
              <a:tr h="196659">
                <a:tc>
                  <a:txBody>
                    <a:bodyPr/>
                    <a:lstStyle/>
                    <a:p>
                      <a:r>
                        <a:rPr lang="en-US" sz="1050"/>
                        <a:t>Last Changed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323206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r>
                        <a:rPr lang="en-US" sz="1050"/>
                        <a:t>Last Changed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58146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r>
                        <a:rPr lang="en-US" sz="1050"/>
                        <a:t>Restrictions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Long text 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60636"/>
                  </a:ext>
                </a:extLst>
              </a:tr>
              <a:tr h="122757">
                <a:tc gridSpan="7"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Power of Attorney Details (Child Object)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525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/>
                        <a:t>Cust_POA_relationship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677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11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Jointly or Severally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Picklist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err="1"/>
                        <a:t>Cust_POA_jointlySeverally</a:t>
                      </a:r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092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680591"/>
                  </a:ext>
                </a:extLst>
              </a:tr>
              <a:tr h="176704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035188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614219"/>
                  </a:ext>
                </a:extLst>
              </a:tr>
              <a:tr h="122757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166282"/>
                  </a:ext>
                </a:extLst>
              </a:tr>
            </a:tbl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F4B462C-EDCC-5418-B05B-F95C7162D3AC}"/>
              </a:ext>
            </a:extLst>
          </p:cNvPr>
          <p:cNvSpPr/>
          <p:nvPr/>
        </p:nvSpPr>
        <p:spPr>
          <a:xfrm>
            <a:off x="4763387" y="5220585"/>
            <a:ext cx="6769905" cy="10100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- Existing data will need to be cleansed before migration (parse names, etc.)</a:t>
            </a:r>
          </a:p>
        </p:txBody>
      </p:sp>
    </p:spTree>
    <p:extLst>
      <p:ext uri="{BB962C8B-B14F-4D97-AF65-F5344CB8AC3E}">
        <p14:creationId xmlns:p14="http://schemas.microsoft.com/office/powerpoint/2010/main" val="61764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75E06-5DBD-DD62-0143-83F917CC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A7F9A8-D71F-2165-E9B4-95ADBCC0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Pensioner Attributes Review</a:t>
            </a:r>
          </a:p>
        </p:txBody>
      </p:sp>
      <p:graphicFrame>
        <p:nvGraphicFramePr>
          <p:cNvPr id="4" name="SmartArt Placeholder 3">
            <a:extLst>
              <a:ext uri="{FF2B5EF4-FFF2-40B4-BE49-F238E27FC236}">
                <a16:creationId xmlns:a16="http://schemas.microsoft.com/office/drawing/2014/main" id="{F91A0E60-52CC-716B-21C6-9B64C1650E23}"/>
              </a:ext>
            </a:extLst>
          </p:cNvPr>
          <p:cNvGraphicFramePr>
            <a:graphicFrameLocks noGrp="1"/>
          </p:cNvGraphicFramePr>
          <p:nvPr>
            <p:ph type="dgm" sz="quarter" idx="10"/>
          </p:nvPr>
        </p:nvGraphicFramePr>
        <p:xfrm>
          <a:off x="382588" y="1863725"/>
          <a:ext cx="11426825" cy="4635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010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00E54-5624-4EE6-66B4-8AF7935D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4C835-7829-6CA7-2E09-CBE09F2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758"/>
            <a:ext cx="12111487" cy="421087"/>
          </a:xfrm>
        </p:spPr>
        <p:txBody>
          <a:bodyPr/>
          <a:lstStyle/>
          <a:p>
            <a:r>
              <a:rPr lang="en-US"/>
              <a:t>Employee Data Attributes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AFE86-0763-DA81-F097-346F7CABC0B0}"/>
              </a:ext>
            </a:extLst>
          </p:cNvPr>
          <p:cNvSpPr txBox="1"/>
          <p:nvPr/>
        </p:nvSpPr>
        <p:spPr>
          <a:xfrm>
            <a:off x="548640" y="914400"/>
            <a:ext cx="10413402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Requirements: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Review portlet by portlet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Identify picklist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Identify business rule updates (inclusions and exclusions)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  <a:ea typeface="Open Sans"/>
              <a:cs typeface="Open Sans"/>
            </a:endParaRPr>
          </a:p>
          <a:p>
            <a:endParaRPr lang="en-US">
              <a:solidFill>
                <a:schemeClr val="bg1"/>
              </a:solidFill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Employee Groups and Subgroups from SAP to be provided </a:t>
            </a:r>
            <a:r>
              <a:rPr lang="en-US" b="1">
                <a:solidFill>
                  <a:schemeClr val="bg1"/>
                </a:solidFill>
                <a:ea typeface="Open Sans"/>
                <a:cs typeface="Open Sans"/>
              </a:rPr>
              <a:t>(Action) – </a:t>
            </a: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Amine (end of next </a:t>
            </a:r>
            <a:r>
              <a:rPr lang="en-US" err="1">
                <a:solidFill>
                  <a:schemeClr val="bg1"/>
                </a:solidFill>
                <a:ea typeface="Open Sans"/>
                <a:cs typeface="Open Sans"/>
              </a:rPr>
              <a:t>wk</a:t>
            </a: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Existing validation rule in SF to be enhanced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  <a:ea typeface="Open Sans"/>
              <a:cs typeface="Open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Create list of mandatory fields and assess 1 by 1 which ones can be filled for pensioners and which ones need an exception (e.g., hybrid model)</a:t>
            </a:r>
            <a:r>
              <a:rPr lang="en-US" b="1">
                <a:solidFill>
                  <a:schemeClr val="bg1"/>
                </a:solidFill>
                <a:ea typeface="Open Sans"/>
                <a:cs typeface="Open Sans"/>
              </a:rPr>
              <a:t> (ACTION FOR IBM) – </a:t>
            </a: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Patrick/Iris (end of next </a:t>
            </a:r>
            <a:r>
              <a:rPr lang="en-US" err="1">
                <a:solidFill>
                  <a:schemeClr val="bg1"/>
                </a:solidFill>
                <a:ea typeface="Open Sans"/>
                <a:cs typeface="Open Sans"/>
              </a:rPr>
              <a:t>wk</a:t>
            </a: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)</a:t>
            </a:r>
          </a:p>
          <a:p>
            <a:endParaRPr lang="en-US">
              <a:solidFill>
                <a:schemeClr val="bg1"/>
              </a:solidFill>
              <a:ea typeface="Open Sans"/>
              <a:cs typeface="Open Sans"/>
            </a:endParaRPr>
          </a:p>
          <a:p>
            <a:endParaRPr lang="en-US">
              <a:solidFill>
                <a:schemeClr val="bg1"/>
              </a:solidFill>
              <a:ea typeface="Open Sans"/>
              <a:cs typeface="Open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1EB81-DCEB-B20B-BB86-E6A31C88FCFF}"/>
              </a:ext>
            </a:extLst>
          </p:cNvPr>
          <p:cNvSpPr txBox="1"/>
          <p:nvPr/>
        </p:nvSpPr>
        <p:spPr>
          <a:xfrm>
            <a:off x="548640" y="2562447"/>
            <a:ext cx="7532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820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409A-D9CC-987F-5A3C-A7744B28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3C6B6-2267-AE92-DCFA-37D6286E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758"/>
            <a:ext cx="12111487" cy="421087"/>
          </a:xfrm>
        </p:spPr>
        <p:txBody>
          <a:bodyPr/>
          <a:lstStyle/>
          <a:p>
            <a:r>
              <a:rPr lang="en-US"/>
              <a:t>MDF Object Data Requirements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C06FF-B9D5-1C2B-0B9F-6A8DF261D1DD}"/>
              </a:ext>
            </a:extLst>
          </p:cNvPr>
          <p:cNvSpPr txBox="1"/>
          <p:nvPr/>
        </p:nvSpPr>
        <p:spPr>
          <a:xfrm>
            <a:off x="548640" y="914400"/>
            <a:ext cx="10413402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Requirements: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Single mass position for pensioners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Single mass position for survivors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Pensioners are not tagged to a CC in SAP (99999999)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Business Unit/Division/Department requirements – use the existing N/A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Personnel Subarea (Taxation Location field) – need few new values for pensioner </a:t>
            </a:r>
            <a:r>
              <a:rPr lang="en-US" b="1">
                <a:solidFill>
                  <a:schemeClr val="bg1"/>
                </a:solidFill>
                <a:ea typeface="Open Sans"/>
                <a:cs typeface="Open Sans"/>
              </a:rPr>
              <a:t>(ACTION ITEM FOR BANK TO PROVIDE - Amine – end of next week)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Pay Grade, Pay Scale Type/Area/Group/Level – need new values </a:t>
            </a:r>
            <a:r>
              <a:rPr lang="en-US" b="1">
                <a:solidFill>
                  <a:schemeClr val="bg1"/>
                </a:solidFill>
                <a:ea typeface="Open Sans"/>
                <a:cs typeface="Open Sans"/>
              </a:rPr>
              <a:t>(ACTION ITEM – Amine – end of next week)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Payroll Area 99 to be created</a:t>
            </a:r>
          </a:p>
          <a:p>
            <a:endParaRPr lang="en-US" b="1">
              <a:solidFill>
                <a:schemeClr val="bg1"/>
              </a:solidFill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3670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6B0B-D374-1725-C5FD-43198A38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C62AED-CDE3-C568-8B4D-12274FA4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IT0014 and IT0015 RBP Impacts</a:t>
            </a:r>
          </a:p>
        </p:txBody>
      </p:sp>
      <p:graphicFrame>
        <p:nvGraphicFramePr>
          <p:cNvPr id="4" name="SmartArt Placeholder 3">
            <a:extLst>
              <a:ext uri="{FF2B5EF4-FFF2-40B4-BE49-F238E27FC236}">
                <a16:creationId xmlns:a16="http://schemas.microsoft.com/office/drawing/2014/main" id="{0BE6A7B8-28E0-4778-CA77-11FB59BA621A}"/>
              </a:ext>
            </a:extLst>
          </p:cNvPr>
          <p:cNvGraphicFramePr>
            <a:graphicFrameLocks noGrp="1"/>
          </p:cNvGraphicFramePr>
          <p:nvPr>
            <p:ph type="dgm" sz="quarter" idx="10"/>
          </p:nvPr>
        </p:nvGraphicFramePr>
        <p:xfrm>
          <a:off x="382588" y="1863725"/>
          <a:ext cx="11426825" cy="4635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26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9C3E3-7119-3E32-FDAE-C7CA6766D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EEB5-1145-0CC1-1AB2-4C5C7D143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758"/>
            <a:ext cx="12111487" cy="421087"/>
          </a:xfrm>
        </p:spPr>
        <p:txBody>
          <a:bodyPr/>
          <a:lstStyle/>
          <a:p>
            <a:r>
              <a:rPr lang="en-US"/>
              <a:t>IT0014 and IT0015 RBP Impacts</a:t>
            </a:r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0FBF6-4E46-9C08-0777-D434B1FDD496}"/>
              </a:ext>
            </a:extLst>
          </p:cNvPr>
          <p:cNvSpPr txBox="1"/>
          <p:nvPr/>
        </p:nvSpPr>
        <p:spPr>
          <a:xfrm>
            <a:off x="5301342" y="1471792"/>
            <a:ext cx="63572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Which roles should be granted view/edit access to the additional wage types that we bring into SF?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HR Centre: View/Edit on 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Employee on Self: No additional permissions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Manager: No additional permissions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Payroll Specialist (New Role): View/Edit on 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Reporting: View 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HR BASS: View 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IT_SUPPORT: View 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Payroll, Pension, Benefits: View all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4E55C-5E6C-49DB-4D2A-3515BA2217CC}"/>
              </a:ext>
            </a:extLst>
          </p:cNvPr>
          <p:cNvSpPr txBox="1"/>
          <p:nvPr/>
        </p:nvSpPr>
        <p:spPr>
          <a:xfrm>
            <a:off x="5301341" y="4423211"/>
            <a:ext cx="6357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Action</a:t>
            </a:r>
            <a:r>
              <a:rPr lang="en-US" sz="1400">
                <a:solidFill>
                  <a:schemeClr val="bg1"/>
                </a:solidFill>
              </a:rPr>
              <a:t>: BoC team to provide existing list of wage types from S/4 that are to be brought into SuccessFactors (Amine – end of next week)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877E6C-B928-14DC-BE2D-0FB7E6C25015}"/>
              </a:ext>
            </a:extLst>
          </p:cNvPr>
          <p:cNvSpPr/>
          <p:nvPr/>
        </p:nvSpPr>
        <p:spPr>
          <a:xfrm>
            <a:off x="533401" y="1306285"/>
            <a:ext cx="4561114" cy="325482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Config Changes Required:</a:t>
            </a:r>
            <a:br>
              <a:rPr lang="en-US" sz="1600" b="1">
                <a:solidFill>
                  <a:schemeClr val="tx1"/>
                </a:solidFill>
              </a:rPr>
            </a:br>
            <a:endParaRPr lang="en-US" sz="1600" b="1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>
                <a:solidFill>
                  <a:schemeClr val="tx1"/>
                </a:solidFill>
              </a:rPr>
              <a:t>Activate Recurring Payments and Deductions MDF object &amp; assign to People Profile under Compensation Info</a:t>
            </a:r>
          </a:p>
          <a:p>
            <a:pPr marL="285750" indent="-285750">
              <a:buFontTx/>
              <a:buChar char="-"/>
            </a:pPr>
            <a:endParaRPr lang="en-US" sz="160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>
                <a:solidFill>
                  <a:schemeClr val="tx1"/>
                </a:solidFill>
              </a:rPr>
              <a:t>Rename One Time Payments portlet? Current label is “performance pay”</a:t>
            </a:r>
          </a:p>
          <a:p>
            <a:pPr marL="285750" indent="-285750">
              <a:buFontTx/>
              <a:buChar char="-"/>
            </a:pPr>
            <a:endParaRPr lang="en-US" sz="160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>
                <a:solidFill>
                  <a:schemeClr val="tx1"/>
                </a:solidFill>
              </a:rPr>
              <a:t>Permission portlets for view, and permission individual pay components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1E36F-99DD-2599-E9FD-ED3635AC03B5}"/>
              </a:ext>
            </a:extLst>
          </p:cNvPr>
          <p:cNvSpPr txBox="1"/>
          <p:nvPr/>
        </p:nvSpPr>
        <p:spPr>
          <a:xfrm>
            <a:off x="5301341" y="5063042"/>
            <a:ext cx="6357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Action</a:t>
            </a:r>
            <a:r>
              <a:rPr lang="en-US" sz="1400">
                <a:solidFill>
                  <a:schemeClr val="bg1"/>
                </a:solidFill>
              </a:rPr>
              <a:t>: BoC to provide updated label for One Time Payment portlet (Amine – 2 weeks from now)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C3522-E0E5-A8BE-807E-2956824D2698}"/>
              </a:ext>
            </a:extLst>
          </p:cNvPr>
          <p:cNvSpPr txBox="1"/>
          <p:nvPr/>
        </p:nvSpPr>
        <p:spPr>
          <a:xfrm>
            <a:off x="5301341" y="5666746"/>
            <a:ext cx="63572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Decision</a:t>
            </a:r>
            <a:r>
              <a:rPr lang="en-US" sz="1400">
                <a:solidFill>
                  <a:schemeClr val="bg1"/>
                </a:solidFill>
              </a:rPr>
              <a:t> – for split performance wage types (program in SAP that does the split), the output spreadsheet could be loaded into SF going forward. BoC to discuss with payroll and decide (Amine – 2 weeks from now)</a:t>
            </a:r>
          </a:p>
        </p:txBody>
      </p:sp>
    </p:spTree>
    <p:extLst>
      <p:ext uri="{BB962C8B-B14F-4D97-AF65-F5344CB8AC3E}">
        <p14:creationId xmlns:p14="http://schemas.microsoft.com/office/powerpoint/2010/main" val="216688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26F4B-FE4E-4C0A-A9F0-BB28209E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892C06-EAAB-1A04-13C2-0C2F18A13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Parking Lot / RAID Log Review</a:t>
            </a:r>
          </a:p>
        </p:txBody>
      </p:sp>
      <p:graphicFrame>
        <p:nvGraphicFramePr>
          <p:cNvPr id="4" name="SmartArt Placeholder 3">
            <a:extLst>
              <a:ext uri="{FF2B5EF4-FFF2-40B4-BE49-F238E27FC236}">
                <a16:creationId xmlns:a16="http://schemas.microsoft.com/office/drawing/2014/main" id="{65907317-EAEF-960F-28D8-D6417187D7F9}"/>
              </a:ext>
            </a:extLst>
          </p:cNvPr>
          <p:cNvGraphicFramePr>
            <a:graphicFrameLocks noGrp="1"/>
          </p:cNvGraphicFramePr>
          <p:nvPr>
            <p:ph type="dgm" sz="quarter" idx="10"/>
          </p:nvPr>
        </p:nvGraphicFramePr>
        <p:xfrm>
          <a:off x="382588" y="1863725"/>
          <a:ext cx="11426825" cy="4635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510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16BC-4F7B-9F08-BF99-C6F4AA270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17CF-0B76-3A9B-F428-110D83674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8758"/>
            <a:ext cx="12111487" cy="421087"/>
          </a:xfrm>
        </p:spPr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90DDD-8507-EBAF-A8C6-13D52BC206AD}"/>
              </a:ext>
            </a:extLst>
          </p:cNvPr>
          <p:cNvSpPr txBox="1"/>
          <p:nvPr/>
        </p:nvSpPr>
        <p:spPr>
          <a:xfrm>
            <a:off x="548640" y="914400"/>
            <a:ext cx="10413402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Data migration strategy workshop on Tues.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  <a:ea typeface="Open Sans"/>
                <a:cs typeface="Open Sans"/>
              </a:rPr>
              <a:t>Proof of Concept/Prototype design and configuration to start next week in BoC SF instances</a:t>
            </a:r>
          </a:p>
          <a:p>
            <a:endParaRPr lang="en-US">
              <a:solidFill>
                <a:schemeClr val="bg1"/>
              </a:solidFill>
              <a:ea typeface="Open Sans"/>
              <a:cs typeface="Open Sans"/>
            </a:endParaRPr>
          </a:p>
          <a:p>
            <a:endParaRPr lang="en-US">
              <a:solidFill>
                <a:schemeClr val="bg1"/>
              </a:solidFill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0959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9F305FE-E42C-4631-AA5B-DB804BED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2950" y="400063"/>
            <a:ext cx="4500000" cy="3028937"/>
          </a:xfrm>
        </p:spPr>
        <p:txBody>
          <a:bodyPr/>
          <a:lstStyle/>
          <a:p>
            <a:r>
              <a:rPr lang="en-CA" sz="360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396397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BoC Brand">
      <a:dk1>
        <a:sysClr val="windowText" lastClr="000000"/>
      </a:dk1>
      <a:lt1>
        <a:sysClr val="window" lastClr="FFFFFF"/>
      </a:lt1>
      <a:dk2>
        <a:srgbClr val="383859"/>
      </a:dk2>
      <a:lt2>
        <a:srgbClr val="F5F5F5"/>
      </a:lt2>
      <a:accent1>
        <a:srgbClr val="004F71"/>
      </a:accent1>
      <a:accent2>
        <a:srgbClr val="FFF3B8"/>
      </a:accent2>
      <a:accent3>
        <a:srgbClr val="4B2965"/>
      </a:accent3>
      <a:accent4>
        <a:srgbClr val="A1D884"/>
      </a:accent4>
      <a:accent5>
        <a:srgbClr val="541D23"/>
      </a:accent5>
      <a:accent6>
        <a:srgbClr val="54576E"/>
      </a:accent6>
      <a:hlink>
        <a:srgbClr val="1DB4F7"/>
      </a:hlink>
      <a:folHlink>
        <a:srgbClr val="954F72"/>
      </a:folHlink>
    </a:clrScheme>
    <a:fontScheme name="BoC Brand">
      <a:majorFont>
        <a:latin typeface="Poppi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 - Standard - Violet - EN.potx" id="{8D5E3B2A-0642-40E6-9076-C4B38295AB4F}" vid="{C42CF8CE-D221-4E39-9234-0E4106064B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85f4324b5444a709c47394c2e366a02 xmlns="d5953541-9517-43c8-9aab-99ea89c11e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SAP Infrastructure Evolution</TermName>
          <TermId xmlns="http://schemas.microsoft.com/office/infopath/2007/PartnerControls">ed03b8de-7e3e-47e0-8e67-7116d78ff586</TermId>
        </TermInfo>
      </Terms>
    </l85f4324b5444a709c47394c2e366a02>
    <Authors xmlns="d5953541-9517-43c8-9aab-99ea89c11ef5">
      <UserInfo>
        <DisplayName>60</DisplayName>
        <AccountId>60</AccountId>
        <AccountType/>
      </UserInfo>
    </Authors>
    <TaxCatchAll xmlns="d5953541-9517-43c8-9aab-99ea89c11ef5">
      <Value>53</Value>
      <Value>67</Value>
      <Value>80</Value>
    </TaxCatchAll>
    <be3b528a564b4945a64223b90478602c xmlns="d5953541-9517-43c8-9aab-99ea89c11e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Information Technology Services</TermName>
          <TermId xmlns="http://schemas.microsoft.com/office/infopath/2007/PartnerControls">8dff283c-4883-4b98-a0c3-2e2b8e6fda4e</TermId>
        </TermInfo>
      </Terms>
    </be3b528a564b4945a64223b90478602c>
    <TaxKeywordTaxHTField xmlns="d5953541-9517-43c8-9aab-99ea89c11ef5">
      <Terms xmlns="http://schemas.microsoft.com/office/infopath/2007/PartnerControls"/>
    </TaxKeywordTaxHTField>
    <BoCAuthoredDate xmlns="d5953541-9517-43c8-9aab-99ea89c11ef5" xsi:nil="true"/>
    <m9d75486d71444578492bb31bae880ae xmlns="d5953541-9517-43c8-9aab-99ea89c11e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TEC-480-01 - Technological Programs and Projects</TermName>
          <TermId xmlns="http://schemas.microsoft.com/office/infopath/2007/PartnerControls">cdb3027e-e39d-42b9-993d-3b312eb05ce7</TermId>
        </TermInfo>
      </Terms>
    </m9d75486d71444578492bb31bae880ae>
    <_dlc_DocId xmlns="d5953541-9517-43c8-9aab-99ea89c11ef5">6E5KRVSRCX63-472789640-4945</_dlc_DocId>
    <_dlc_DocIdUrl xmlns="d5953541-9517-43c8-9aab-99ea89c11ef5">
      <Url>https://bankofcanada.sharepoint.com/sites/PR_S380064/_layouts/15/DocIdRedir.aspx?ID=6E5KRVSRCX63-472789640-4945</Url>
      <Description>6E5KRVSRCX63-472789640-4945</Description>
    </_dlc_DocIdUrl>
  </documentManagement>
</p:properties>
</file>

<file path=customXml/item2.xml><?xml version="1.0" encoding="utf-8"?>
<?mso-contentType ?>
<SharedContentType xmlns="Microsoft.SharePoint.Taxonomy.ContentTypeSync" SourceId="35a7de49-b683-4164-88f8-c84c8842f202" ContentTypeId="0x0101005901F9B59A5CFA4EB9EC5AD3049288341402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oC Project Document" ma:contentTypeID="0x0101005901F9B59A5CFA4EB9EC5AD3049288341402007CBF327B90678040989FDA962DF2F4FC" ma:contentTypeVersion="5" ma:contentTypeDescription="" ma:contentTypeScope="" ma:versionID="6664898200507a645f72cb2dc0329910">
  <xsd:schema xmlns:xsd="http://www.w3.org/2001/XMLSchema" xmlns:xs="http://www.w3.org/2001/XMLSchema" xmlns:p="http://schemas.microsoft.com/office/2006/metadata/properties" xmlns:ns2="d5953541-9517-43c8-9aab-99ea89c11ef5" targetNamespace="http://schemas.microsoft.com/office/2006/metadata/properties" ma:root="true" ma:fieldsID="a0669a33e867326c55e650e02603d90b" ns2:_="">
    <xsd:import namespace="d5953541-9517-43c8-9aab-99ea89c11ef5"/>
    <xsd:element name="properties">
      <xsd:complexType>
        <xsd:sequence>
          <xsd:element name="documentManagement">
            <xsd:complexType>
              <xsd:all>
                <xsd:element ref="ns2:Authors"/>
                <xsd:element ref="ns2:BoCAuthoredDate" minOccurs="0"/>
                <xsd:element ref="ns2:_dlc_DocIdUrl" minOccurs="0"/>
                <xsd:element ref="ns2:_dlc_DocIdPersistId" minOccurs="0"/>
                <xsd:element ref="ns2:TaxKeywordTaxHTField" minOccurs="0"/>
                <xsd:element ref="ns2:TaxCatchAll" minOccurs="0"/>
                <xsd:element ref="ns2:TaxCatchAllLabel" minOccurs="0"/>
                <xsd:element ref="ns2:be3b528a564b4945a64223b90478602c" minOccurs="0"/>
                <xsd:element ref="ns2:_dlc_DocId" minOccurs="0"/>
                <xsd:element ref="ns2:l85f4324b5444a709c47394c2e366a02" minOccurs="0"/>
                <xsd:element ref="ns2:m9d75486d71444578492bb31bae880a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953541-9517-43c8-9aab-99ea89c11ef5" elementFormDefault="qualified">
    <xsd:import namespace="http://schemas.microsoft.com/office/2006/documentManagement/types"/>
    <xsd:import namespace="http://schemas.microsoft.com/office/infopath/2007/PartnerControls"/>
    <xsd:element name="Authors" ma:index="2" ma:displayName="Authors" ma:list="UserInfo" ma:SearchPeopleOnly="false" ma:SharePointGroup="0" ma:internalName="Authors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BoCAuthoredDate" ma:index="3" nillable="true" ma:displayName="Authored Date" ma:description="" ma:format="DateTime" ma:internalName="BoCAuthoredDate" ma:readOnly="false">
      <xsd:simpleType>
        <xsd:restriction base="dms:DateTime"/>
      </xsd:simpleType>
    </xsd:element>
    <xsd:element name="_dlc_DocIdUrl" ma:index="7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8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2" nillable="true" ma:taxonomy="true" ma:internalName="TaxKeywordTaxHTField" ma:taxonomyFieldName="TaxKeyword" ma:displayName="Enterprise Keywords" ma:fieldId="{23f27201-bee3-471e-b2e7-b64fd8b7ca38}" ma:taxonomyMulti="true" ma:sspId="35a7de49-b683-4164-88f8-c84c8842f202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bac5a87c-cc52-48d4-9388-778973765783}" ma:internalName="TaxCatchAll" ma:showField="CatchAllData" ma:web="e4dca8a4-6cce-4c61-8dcd-339434dcbe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bac5a87c-cc52-48d4-9388-778973765783}" ma:internalName="TaxCatchAllLabel" ma:readOnly="true" ma:showField="CatchAllDataLabel" ma:web="e4dca8a4-6cce-4c61-8dcd-339434dcbe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be3b528a564b4945a64223b90478602c" ma:index="18" ma:taxonomy="true" ma:internalName="be3b528a564b4945a64223b90478602c" ma:taxonomyFieldName="BoC_x0020_Department" ma:displayName="BoC Department" ma:readOnly="false" ma:default="" ma:fieldId="{be3b528a-564b-4945-a642-23b90478602c}" ma:sspId="35a7de49-b683-4164-88f8-c84c8842f202" ma:termSetId="555367ec-6d1b-4a5a-ad0e-53c6dda8c4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1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l85f4324b5444a709c47394c2e366a02" ma:index="20" ma:taxonomy="true" ma:internalName="l85f4324b5444a709c47394c2e366a02" ma:taxonomyFieldName="BoC_x0020_Project_x0020_Name" ma:displayName="BoC Project Name" ma:default="" ma:fieldId="{585f4324-b544-4a70-9c47-394c2e366a02}" ma:sspId="35a7de49-b683-4164-88f8-c84c8842f202" ma:termSetId="42f29329-6e52-4b82-997d-784191ab9c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9d75486d71444578492bb31bae880ae" ma:index="22" nillable="true" ma:taxonomy="true" ma:internalName="m9d75486d71444578492bb31bae880ae" ma:taxonomyFieldName="Record_x0020_Series" ma:displayName="Record Series" ma:readOnly="false" ma:default="" ma:fieldId="{69d75486-d714-4457-8492-bb31bae880ae}" ma:sspId="35a7de49-b683-4164-88f8-c84c8842f202" ma:termSetId="a7b248f0-33d3-4b64-8144-92575117102c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1" ma:displayName="Title"/>
        <xsd:element ref="dc:subject" minOccurs="0" maxOccurs="1"/>
        <xsd:element ref="dc:description" minOccurs="0" maxOccurs="1" ma:index="5" ma:displayName="Comments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7522A4-4539-4E9D-8AF8-933DDE0E2E9A}">
  <ds:schemaRefs>
    <ds:schemaRef ds:uri="d5953541-9517-43c8-9aab-99ea89c11ef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057CEA2-D1BB-4B15-8E0A-CF2E9C69965B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D02C8DFF-B118-43D6-A418-25C71DAC122C}">
  <ds:schemaRefs>
    <ds:schemaRef ds:uri="d5953541-9517-43c8-9aab-99ea89c11ef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DBAE1BC0-AC50-4DC6-A5C9-A5672A5237D1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0F4DBA40-9C4C-4816-921A-BD485D1D62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2025-Standard-Violet-EN</Template>
  <Application>Microsoft Office PowerPoint</Application>
  <PresentationFormat>Widescreen</PresentationFormat>
  <Slides>20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Pensioner Migration</vt:lpstr>
      <vt:lpstr>Agenda</vt:lpstr>
      <vt:lpstr>Objectives</vt:lpstr>
      <vt:lpstr>IT9000 and IT0169 Design</vt:lpstr>
      <vt:lpstr>IT9000 (Event Records)</vt:lpstr>
      <vt:lpstr>IT0169 (Savings Plans) Design</vt:lpstr>
      <vt:lpstr>IT0169 (Savings Plans) Design</vt:lpstr>
      <vt:lpstr>IT0169 (Savings Plans) Design</vt:lpstr>
      <vt:lpstr>IT9000 and IT0169 Design</vt:lpstr>
      <vt:lpstr>Power of Attorney</vt:lpstr>
      <vt:lpstr>Power of Attorney (IT0030)</vt:lpstr>
      <vt:lpstr>Power of Attorney (IT0030)</vt:lpstr>
      <vt:lpstr>Pensioner Attributes Review</vt:lpstr>
      <vt:lpstr>Employee Data Attributes</vt:lpstr>
      <vt:lpstr>MDF Object Data Requirements</vt:lpstr>
      <vt:lpstr>IT0014 and IT0015 RBP Impacts</vt:lpstr>
      <vt:lpstr>IT0014 and IT0015 RBP Impacts</vt:lpstr>
      <vt:lpstr>Parking Lot / RAID Log Review</vt:lpstr>
      <vt:lpstr>Next Steps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Mara Giuseppin</dc:creator>
  <cp:keywords/>
  <dc:description/>
  <cp:revision>3</cp:revision>
  <dcterms:created xsi:type="dcterms:W3CDTF">2025-03-25T10:17:54Z</dcterms:created>
  <dcterms:modified xsi:type="dcterms:W3CDTF">2026-07-13T19:48:20Z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Theme:9</vt:lpwstr>
  </property>
  <property fmtid="{D5CDD505-2E9C-101B-9397-08002B2CF9AE}" pid="3" name="ClassificationContentMarkingHeaderText">
    <vt:lpwstr>Category/Catégorie: Non-Sensitive/Non-Délicat</vt:lpwstr>
  </property>
  <property fmtid="{D5CDD505-2E9C-101B-9397-08002B2CF9AE}" pid="4" name="MSIP_Label_dc81af6f-5458-4314-a723-0da24552c8ab_Enabled">
    <vt:lpwstr>true</vt:lpwstr>
  </property>
  <property fmtid="{D5CDD505-2E9C-101B-9397-08002B2CF9AE}" pid="5" name="MSIP_Label_dc81af6f-5458-4314-a723-0da24552c8ab_SetDate">
    <vt:lpwstr>2024-10-21T15:14:28Z</vt:lpwstr>
  </property>
  <property fmtid="{D5CDD505-2E9C-101B-9397-08002B2CF9AE}" pid="6" name="MSIP_Label_dc81af6f-5458-4314-a723-0da24552c8ab_Method">
    <vt:lpwstr>Privileged</vt:lpwstr>
  </property>
  <property fmtid="{D5CDD505-2E9C-101B-9397-08002B2CF9AE}" pid="7" name="MSIP_Label_dc81af6f-5458-4314-a723-0da24552c8ab_Name">
    <vt:lpwstr>Uncategorized - Non catégorisé</vt:lpwstr>
  </property>
  <property fmtid="{D5CDD505-2E9C-101B-9397-08002B2CF9AE}" pid="8" name="MSIP_Label_dc81af6f-5458-4314-a723-0da24552c8ab_SiteId">
    <vt:lpwstr>164f988b-a2f4-4584-aeaa-21bd4a0234bc</vt:lpwstr>
  </property>
  <property fmtid="{D5CDD505-2E9C-101B-9397-08002B2CF9AE}" pid="9" name="MSIP_Label_dc81af6f-5458-4314-a723-0da24552c8ab_ActionId">
    <vt:lpwstr>a79f7d85-235f-4a55-9eca-ae458393fc8c</vt:lpwstr>
  </property>
  <property fmtid="{D5CDD505-2E9C-101B-9397-08002B2CF9AE}" pid="10" name="MSIP_Label_dc81af6f-5458-4314-a723-0da24552c8ab_ContentBits">
    <vt:lpwstr>0</vt:lpwstr>
  </property>
  <property fmtid="{D5CDD505-2E9C-101B-9397-08002B2CF9AE}" pid="11" name="ContentTypeId">
    <vt:lpwstr>0x0101005901F9B59A5CFA4EB9EC5AD3049288341402007CBF327B90678040989FDA962DF2F4FC</vt:lpwstr>
  </property>
  <property fmtid="{D5CDD505-2E9C-101B-9397-08002B2CF9AE}" pid="12" name="BoC Project Name">
    <vt:lpwstr>53;#SAP Infrastructure Evolution|ed03b8de-7e3e-47e0-8e67-7116d78ff586</vt:lpwstr>
  </property>
  <property fmtid="{D5CDD505-2E9C-101B-9397-08002B2CF9AE}" pid="13" name="_dlc_DocIdItemGuid">
    <vt:lpwstr>84351621-b545-4a10-8905-d5662258cca3</vt:lpwstr>
  </property>
  <property fmtid="{D5CDD505-2E9C-101B-9397-08002B2CF9AE}" pid="14" name="BoC_x0020_Project_x0020_Name">
    <vt:lpwstr>53;#SAP Infrastructure Evolution|ed03b8de-7e3e-47e0-8e67-7116d78ff586</vt:lpwstr>
  </property>
  <property fmtid="{D5CDD505-2E9C-101B-9397-08002B2CF9AE}" pid="15" name="TaxKeyword">
    <vt:lpwstr/>
  </property>
  <property fmtid="{D5CDD505-2E9C-101B-9397-08002B2CF9AE}" pid="16" name="lcf76f155ced4ddcb4097134ff3c332f">
    <vt:lpwstr/>
  </property>
  <property fmtid="{D5CDD505-2E9C-101B-9397-08002B2CF9AE}" pid="17" name="BoC Department">
    <vt:lpwstr>67;#Information Technology Services|8dff283c-4883-4b98-a0c3-2e2b8e6fda4e</vt:lpwstr>
  </property>
  <property fmtid="{D5CDD505-2E9C-101B-9397-08002B2CF9AE}" pid="18" name="Record_x0020_Series">
    <vt:lpwstr>80;#TEC-480-01 - Technological Programs and Projects|cdb3027e-e39d-42b9-993d-3b312eb05ce7</vt:lpwstr>
  </property>
  <property fmtid="{D5CDD505-2E9C-101B-9397-08002B2CF9AE}" pid="19" name="MediaServiceImageTags">
    <vt:lpwstr/>
  </property>
  <property fmtid="{D5CDD505-2E9C-101B-9397-08002B2CF9AE}" pid="20" name="Record Series">
    <vt:lpwstr>80;#TEC-480-01 - Technological Programs and Projects|cdb3027e-e39d-42b9-993d-3b312eb05ce7</vt:lpwstr>
  </property>
  <property fmtid="{D5CDD505-2E9C-101B-9397-08002B2CF9AE}" pid="21" name="BoC_x0020_Department">
    <vt:lpwstr>67;#Information Technology Services|8dff283c-4883-4b98-a0c3-2e2b8e6fda4e</vt:lpwstr>
  </property>
  <property fmtid="{D5CDD505-2E9C-101B-9397-08002B2CF9AE}" pid="22" name="Email Thread">
    <vt:lpwstr/>
  </property>
  <property fmtid="{D5CDD505-2E9C-101B-9397-08002B2CF9AE}" pid="23" name="_ExtendedDescription">
    <vt:lpwstr/>
  </property>
  <property fmtid="{D5CDD505-2E9C-101B-9397-08002B2CF9AE}" pid="24" name="Email Thread ID">
    <vt:lpwstr/>
  </property>
  <property fmtid="{D5CDD505-2E9C-101B-9397-08002B2CF9AE}" pid="25" name="Email CC">
    <vt:lpwstr/>
  </property>
  <property fmtid="{D5CDD505-2E9C-101B-9397-08002B2CF9AE}" pid="26" name="URL">
    <vt:lpwstr/>
  </property>
  <property fmtid="{D5CDD505-2E9C-101B-9397-08002B2CF9AE}" pid="27" name="Email To">
    <vt:lpwstr/>
  </property>
  <property fmtid="{D5CDD505-2E9C-101B-9397-08002B2CF9AE}" pid="28" name="Email From">
    <vt:lpwstr/>
  </property>
  <property fmtid="{D5CDD505-2E9C-101B-9397-08002B2CF9AE}" pid="29" name="Email Importance">
    <vt:lpwstr/>
  </property>
  <property fmtid="{D5CDD505-2E9C-101B-9397-08002B2CF9AE}" pid="30" name="Email Subject">
    <vt:lpwstr/>
  </property>
</Properties>
</file>